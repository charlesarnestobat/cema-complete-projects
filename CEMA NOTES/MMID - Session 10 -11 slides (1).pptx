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90" r:id="rId1"/>
  </p:sldMasterIdLst>
  <p:notesMasterIdLst>
    <p:notesMasterId r:id="rId5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</p:sldIdLst>
  <p:sldSz cx="12192000" cy="6858000"/>
  <p:notesSz cx="6858000" cy="9144000"/>
  <p:embeddedFontLst>
    <p:embeddedFont>
      <p:font typeface="Century Gothic" panose="020B0502020202020204" pitchFamily="34" charset="0"/>
      <p:regular r:id="rId54"/>
      <p:bold r:id="rId55"/>
      <p:italic r:id="rId56"/>
      <p:boldItalic r:id="rId57"/>
    </p:embeddedFont>
    <p:embeddedFont>
      <p:font typeface="Trebuchet MS" panose="020B0603020202020204" pitchFamily="34" charset="0"/>
      <p:regular r:id="rId58"/>
      <p:bold r:id="rId59"/>
      <p:italic r:id="rId60"/>
      <p:boldItalic r:id="rId6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3840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font" Target="fonts/font2.fntdata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8" Type="http://schemas.openxmlformats.org/officeDocument/2006/relationships/font" Target="fonts/font5.fntdata"/><Relationship Id="rId5" Type="http://schemas.openxmlformats.org/officeDocument/2006/relationships/slide" Target="slides/slide4.xml"/><Relationship Id="rId61" Type="http://schemas.openxmlformats.org/officeDocument/2006/relationships/font" Target="fonts/font8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font" Target="fonts/font3.fntdata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6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1.fntdata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font" Target="fonts/font4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font" Target="fonts/font7.fntdata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4" name="Google Shape;324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649041afb5_0_9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3649041afb5_0_96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5" name="Google Shape;335;g3649041afb5_0_96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649041afb5_0_1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4952" y="686475"/>
            <a:ext cx="6588000" cy="3428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0" name="Google Shape;340;g3649041afb5_0_143:notes"/>
          <p:cNvSpPr txBox="1">
            <a:spLocks noGrp="1"/>
          </p:cNvSpPr>
          <p:nvPr>
            <p:ph type="body" idx="1"/>
          </p:nvPr>
        </p:nvSpPr>
        <p:spPr>
          <a:xfrm>
            <a:off x="914401" y="4343406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225" tIns="44625" rIns="89225" bIns="44625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Purpose: </a:t>
            </a:r>
            <a:endParaRPr/>
          </a:p>
          <a:p>
            <a:pPr marL="317500" lvl="0" indent="-32385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-"/>
            </a:pPr>
            <a:r>
              <a:rPr lang="en-US"/>
              <a:t>understand and predict the spread of malaria,</a:t>
            </a:r>
            <a:endParaRPr/>
          </a:p>
          <a:p>
            <a:pPr marL="317500" lvl="0" indent="-32385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-"/>
            </a:pPr>
            <a:r>
              <a:rPr lang="en-US"/>
              <a:t>evaluate interventions, </a:t>
            </a:r>
            <a:endParaRPr/>
          </a:p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None/>
            </a:pPr>
            <a:endParaRPr/>
          </a:p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rPr lang="en-US"/>
              <a:t>and inform policy decisions.</a:t>
            </a:r>
            <a:endParaRPr/>
          </a:p>
          <a:p>
            <a:pPr marL="0" marR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rPr lang="en-US"/>
              <a:t>importance of modeling in combating diseases. </a:t>
            </a:r>
            <a:endParaRPr/>
          </a:p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3649041afb5_0_2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4952" y="686475"/>
            <a:ext cx="6588000" cy="3428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9" name="Google Shape;429;g3649041afb5_0_236:notes"/>
          <p:cNvSpPr txBox="1">
            <a:spLocks noGrp="1"/>
          </p:cNvSpPr>
          <p:nvPr>
            <p:ph type="body" idx="1"/>
          </p:nvPr>
        </p:nvSpPr>
        <p:spPr>
          <a:xfrm>
            <a:off x="914401" y="4343406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225" tIns="44625" rIns="89225" bIns="44625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649041afb5_0_7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4952" y="686475"/>
            <a:ext cx="6588000" cy="3428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39" name="Google Shape;539;g3649041afb5_0_711:notes"/>
          <p:cNvSpPr txBox="1">
            <a:spLocks noGrp="1"/>
          </p:cNvSpPr>
          <p:nvPr>
            <p:ph type="body" idx="1"/>
          </p:nvPr>
        </p:nvSpPr>
        <p:spPr>
          <a:xfrm>
            <a:off x="914401" y="4343406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225" tIns="44625" rIns="89225" bIns="44625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Purpose: </a:t>
            </a:r>
            <a:endParaRPr/>
          </a:p>
          <a:p>
            <a:pPr marL="317500" lvl="0" indent="-32385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-"/>
            </a:pPr>
            <a:r>
              <a:rPr lang="en-US"/>
              <a:t>understand and predict the spread of malaria,</a:t>
            </a:r>
            <a:endParaRPr/>
          </a:p>
          <a:p>
            <a:pPr marL="317500" lvl="0" indent="-32385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-"/>
            </a:pPr>
            <a:r>
              <a:rPr lang="en-US"/>
              <a:t>evaluate interventions, </a:t>
            </a:r>
            <a:endParaRPr/>
          </a:p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None/>
            </a:pPr>
            <a:endParaRPr/>
          </a:p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rPr lang="en-US"/>
              <a:t>and inform policy decisions.</a:t>
            </a:r>
            <a:endParaRPr/>
          </a:p>
          <a:p>
            <a:pPr marL="0" marR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rPr lang="en-US"/>
              <a:t>importance of modeling in combating diseases. </a:t>
            </a:r>
            <a:endParaRPr/>
          </a:p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g3649041afb5_0_3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4952" y="686475"/>
            <a:ext cx="6588000" cy="3428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29" name="Google Shape;629;g3649041afb5_0_335:notes"/>
          <p:cNvSpPr txBox="1">
            <a:spLocks noGrp="1"/>
          </p:cNvSpPr>
          <p:nvPr>
            <p:ph type="body" idx="1"/>
          </p:nvPr>
        </p:nvSpPr>
        <p:spPr>
          <a:xfrm>
            <a:off x="914401" y="4343406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225" tIns="44625" rIns="89225" bIns="44625" anchor="t" anchorCtr="0">
            <a:noAutofit/>
          </a:bodyPr>
          <a:lstStyle/>
          <a:p>
            <a:pPr marL="0" marR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900"/>
              <a:buFont typeface="Arial"/>
              <a:buNone/>
            </a:pPr>
            <a:r>
              <a:rPr lang="en-US" sz="1900"/>
              <a:t>What else can make less sick?</a:t>
            </a:r>
            <a:endParaRPr sz="1900"/>
          </a:p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g3649041afb5_0_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8" name="Google Shape;718;g3649041afb5_0_13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It is usually defined as the infection process over the recovery process in simple models</a:t>
            </a:r>
            <a:endParaRPr/>
          </a:p>
        </p:txBody>
      </p:sp>
      <p:sp>
        <p:nvSpPr>
          <p:cNvPr id="719" name="Google Shape;719;g3649041afb5_0_13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g3649041afb5_0_8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9" name="Google Shape;729;g3649041afb5_0_89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0" name="Google Shape;730;g3649041afb5_0_89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3455147d995_0_219:notes"/>
          <p:cNvSpPr txBox="1">
            <a:spLocks noGrp="1"/>
          </p:cNvSpPr>
          <p:nvPr>
            <p:ph type="body" idx="1"/>
          </p:nvPr>
        </p:nvSpPr>
        <p:spPr>
          <a:xfrm>
            <a:off x="914401" y="4343406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We build a malaria transmission model: combine SIS for humans</a:t>
            </a:r>
            <a:endParaRPr/>
          </a:p>
        </p:txBody>
      </p:sp>
      <p:sp>
        <p:nvSpPr>
          <p:cNvPr id="739" name="Google Shape;739;g3455147d995_0_2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4952" y="686475"/>
            <a:ext cx="6588000" cy="3428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g3649041afb5_0_9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3" name="Google Shape;753;g3649041afb5_0_98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HTe assumption we are making</a:t>
            </a:r>
            <a:endParaRPr/>
          </a:p>
        </p:txBody>
      </p:sp>
      <p:sp>
        <p:nvSpPr>
          <p:cNvPr id="754" name="Google Shape;754;g3649041afb5_0_98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g3455147d995_0_231:notes"/>
          <p:cNvSpPr txBox="1">
            <a:spLocks noGrp="1"/>
          </p:cNvSpPr>
          <p:nvPr>
            <p:ph type="body" idx="1"/>
          </p:nvPr>
        </p:nvSpPr>
        <p:spPr>
          <a:xfrm>
            <a:off x="914401" y="4343406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We build a malaria transmission model: combine SIS for humans with SI for vectors. mosquitoes are assumed to be only female adult mosquitoes (who are taking blood meals).</a:t>
            </a:r>
            <a:endParaRPr/>
          </a:p>
        </p:txBody>
      </p:sp>
      <p:sp>
        <p:nvSpPr>
          <p:cNvPr id="770" name="Google Shape;770;g3455147d995_0_2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4952" y="686475"/>
            <a:ext cx="6588000" cy="3428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g3455147d995_0_249:notes"/>
          <p:cNvSpPr txBox="1">
            <a:spLocks noGrp="1"/>
          </p:cNvSpPr>
          <p:nvPr>
            <p:ph type="body" idx="1"/>
          </p:nvPr>
        </p:nvSpPr>
        <p:spPr>
          <a:xfrm>
            <a:off x="914401" y="4343406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8" name="Google Shape;788;g3455147d995_0_2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4952" y="686475"/>
            <a:ext cx="6588000" cy="3428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Google Shape;820;g3455147d995_0_279:notes"/>
          <p:cNvSpPr txBox="1">
            <a:spLocks noGrp="1"/>
          </p:cNvSpPr>
          <p:nvPr>
            <p:ph type="body" idx="1"/>
          </p:nvPr>
        </p:nvSpPr>
        <p:spPr>
          <a:xfrm>
            <a:off x="914401" y="4343406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we put names and parameters on the transitions, birth for mosquitoes is important here, as vector lifetime is about 20d but host lifetime is much longer…we need vital dynamic for vectors</a:t>
            </a:r>
            <a:endParaRPr/>
          </a:p>
        </p:txBody>
      </p:sp>
      <p:sp>
        <p:nvSpPr>
          <p:cNvPr id="821" name="Google Shape;821;g3455147d995_0_2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4952" y="686475"/>
            <a:ext cx="6588000" cy="3428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g3649041afb5_0_9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8" name="Google Shape;868;g3649041afb5_0_99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HTe assumption we are making</a:t>
            </a:r>
            <a:endParaRPr/>
          </a:p>
        </p:txBody>
      </p:sp>
      <p:sp>
        <p:nvSpPr>
          <p:cNvPr id="869" name="Google Shape;869;g3649041afb5_0_99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g37563a393ae_0_1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6" name="Google Shape;876;g37563a393ae_0_18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~ 30 min after biting by an infected mosquitoes to the liver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7" name="Google Shape;877;g37563a393ae_0_18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g3649041afb5_0_9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9" name="Google Shape;889;g3649041afb5_0_94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0" name="Google Shape;890;g3649041afb5_0_94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g374db73f9a6_2_3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9" name="Google Shape;899;g374db73f9a6_2_36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integrate malaria modeling heterogeneity </a:t>
            </a:r>
            <a:endParaRPr/>
          </a:p>
        </p:txBody>
      </p:sp>
      <p:sp>
        <p:nvSpPr>
          <p:cNvPr id="900" name="Google Shape;900;g374db73f9a6_2_36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Google Shape;905;g37563a393ae_0_20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6" name="Google Shape;906;g37563a393ae_0_2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" name="Google Shape;960;g374db73f9a6_2_8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1" name="Google Shape;961;g374db73f9a6_2_80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why am I telling you all of this?</a:t>
            </a:r>
            <a:endParaRPr/>
          </a:p>
        </p:txBody>
      </p:sp>
      <p:sp>
        <p:nvSpPr>
          <p:cNvPr id="962" name="Google Shape;962;g374db73f9a6_2_80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" name="Google Shape;972;g3649041afb5_0_9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3" name="Google Shape;973;g3649041afb5_0_93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what else do we know?</a:t>
            </a:r>
            <a:endParaRPr/>
          </a:p>
        </p:txBody>
      </p:sp>
      <p:sp>
        <p:nvSpPr>
          <p:cNvPr id="974" name="Google Shape;974;g3649041afb5_0_93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2" name="Google Shape;982;g3455147d995_0_2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3" name="Google Shape;983;g3455147d995_0_20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4" name="Google Shape;984;g3455147d995_0_20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1" name="Google Shape;1021;g374db73f9a6_2_5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2" name="Google Shape;1022;g374db73f9a6_2_58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3" name="Google Shape;1023;g374db73f9a6_2_58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Google Shape;1028;g374db73f9a6_2_6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9" name="Google Shape;1029;g374db73f9a6_2_60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worth simply it in to reduce complexity,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when </a:t>
            </a:r>
            <a:endParaRPr/>
          </a:p>
        </p:txBody>
      </p:sp>
      <p:sp>
        <p:nvSpPr>
          <p:cNvPr id="1030" name="Google Shape;1030;g374db73f9a6_2_60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" name="Google Shape;1043;g374db73f9a6_2_5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4" name="Google Shape;1044;g374db73f9a6_2_5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5" name="Google Shape;1045;g374db73f9a6_2_53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9" name="Google Shape;1089;g37589dff6d1_0_7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0" name="Google Shape;1090;g37589dff6d1_0_7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when would we be interested in one rather than the other formulation of the model?</a:t>
            </a:r>
            <a:endParaRPr/>
          </a:p>
        </p:txBody>
      </p:sp>
      <p:sp>
        <p:nvSpPr>
          <p:cNvPr id="1091" name="Google Shape;1091;g37589dff6d1_0_7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" name="Google Shape;1136;g3649041afb5_0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7" name="Google Shape;1137;g3649041afb5_0_5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8" name="Google Shape;1138;g3649041afb5_0_5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3" name="Google Shape;1143;g374db73f9a6_2_8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4" name="Google Shape;1144;g374db73f9a6_2_8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HTe assumption we are making</a:t>
            </a:r>
            <a:endParaRPr/>
          </a:p>
        </p:txBody>
      </p:sp>
      <p:sp>
        <p:nvSpPr>
          <p:cNvPr id="1145" name="Google Shape;1145;g374db73f9a6_2_83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3" name="Google Shape;1153;g376ca646402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4" name="Google Shape;1154;g376ca646402_2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5" name="Google Shape;1155;g376ca646402_2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2" name="Google Shape;1162;g782e4dd4b05db194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3" name="Google Shape;1163;g782e4dd4b05db194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4" name="Google Shape;1164;g782e4dd4b05db194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0" name="Google Shape;1170;g782e4dd4b05db194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1" name="Google Shape;1171;g782e4dd4b05db194_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2" name="Google Shape;1172;g782e4dd4b05db194_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8" name="Google Shape;1178;g782e4dd4b05db194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9" name="Google Shape;1179;g782e4dd4b05db194_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0" name="Google Shape;1180;g782e4dd4b05db194_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31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6" name="Google Shape;1186;g782e4dd4b05db194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7" name="Google Shape;1187;g782e4dd4b05db194_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8" name="Google Shape;1188;g782e4dd4b05db194_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32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4" name="Google Shape;1194;g3649041afb5_0_12:notes"/>
          <p:cNvSpPr txBox="1">
            <a:spLocks noGrp="1"/>
          </p:cNvSpPr>
          <p:nvPr>
            <p:ph type="body" idx="1"/>
          </p:nvPr>
        </p:nvSpPr>
        <p:spPr>
          <a:xfrm>
            <a:off x="914401" y="4343406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225" tIns="44625" rIns="89225" bIns="44625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/>
              <a:buNone/>
            </a:pPr>
            <a:endParaRPr/>
          </a:p>
        </p:txBody>
      </p:sp>
      <p:sp>
        <p:nvSpPr>
          <p:cNvPr id="1195" name="Google Shape;1195;g3649041afb5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4952" y="686475"/>
            <a:ext cx="6588000" cy="3428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5" name="Google Shape;1215;g3649041afb5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6" name="Google Shape;1216;g3649041afb5_0_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7" name="Google Shape;1217;g3649041afb5_0_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34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2" name="Google Shape;1222;g376ca646402_4_46:notes"/>
          <p:cNvSpPr txBox="1">
            <a:spLocks noGrp="1"/>
          </p:cNvSpPr>
          <p:nvPr>
            <p:ph type="body" idx="1"/>
          </p:nvPr>
        </p:nvSpPr>
        <p:spPr>
          <a:xfrm>
            <a:off x="914401" y="4343406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we put names and parameters on the transitions, birth for mosquitoes is important here, as vector lifetime is about 20d but host lifetime is much longer…we need vital dynamic for vectors</a:t>
            </a:r>
            <a:endParaRPr/>
          </a:p>
        </p:txBody>
      </p:sp>
      <p:sp>
        <p:nvSpPr>
          <p:cNvPr id="1223" name="Google Shape;1223;g376ca646402_4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4952" y="686475"/>
            <a:ext cx="6588000" cy="3428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7" name="Google Shape;1267;g376ca646402_2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8" name="Google Shape;1268;g376ca646402_2_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9" name="Google Shape;1269;g376ca646402_2_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36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5" name="Google Shape;1275;g376ca646402_4_0:notes"/>
          <p:cNvSpPr txBox="1">
            <a:spLocks noGrp="1"/>
          </p:cNvSpPr>
          <p:nvPr>
            <p:ph type="body" idx="1"/>
          </p:nvPr>
        </p:nvSpPr>
        <p:spPr>
          <a:xfrm>
            <a:off x="914401" y="4343406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we put names and parameters on the transitions, birth for mosquitoes is important here, as vector lifetime is about 20d but host lifetime is much longer…we need vital dynamic for vectors</a:t>
            </a:r>
            <a:endParaRPr/>
          </a:p>
        </p:txBody>
      </p:sp>
      <p:sp>
        <p:nvSpPr>
          <p:cNvPr id="1276" name="Google Shape;1276;g376ca646402_4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4952" y="686475"/>
            <a:ext cx="6588000" cy="3428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2" name="Google Shape;1322;g376dd16880d_0_0:notes"/>
          <p:cNvSpPr txBox="1">
            <a:spLocks noGrp="1"/>
          </p:cNvSpPr>
          <p:nvPr>
            <p:ph type="body" idx="1"/>
          </p:nvPr>
        </p:nvSpPr>
        <p:spPr>
          <a:xfrm>
            <a:off x="914401" y="4343406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we put names and parameters on the transitions, birth for mosquitoes is important here, as vector lifetime is about 20d but host lifetime is much longer…we need vital dynamic for vectors</a:t>
            </a:r>
            <a:endParaRPr/>
          </a:p>
        </p:txBody>
      </p:sp>
      <p:sp>
        <p:nvSpPr>
          <p:cNvPr id="1323" name="Google Shape;1323;g376dd16880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4952" y="686475"/>
            <a:ext cx="6588000" cy="3428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4" name="Google Shape;1374;g376dd16880d_3_0:notes"/>
          <p:cNvSpPr txBox="1">
            <a:spLocks noGrp="1"/>
          </p:cNvSpPr>
          <p:nvPr>
            <p:ph type="body" idx="1"/>
          </p:nvPr>
        </p:nvSpPr>
        <p:spPr>
          <a:xfrm>
            <a:off x="914401" y="4343406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we put names and parameters on the transitions, birth for mosquitoes is important here, as vector lifetime is about 20d but host lifetime is much longer…we need vital dynamic for vectors</a:t>
            </a:r>
            <a:endParaRPr/>
          </a:p>
        </p:txBody>
      </p:sp>
      <p:sp>
        <p:nvSpPr>
          <p:cNvPr id="1375" name="Google Shape;1375;g376dd16880d_3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4952" y="686475"/>
            <a:ext cx="6588000" cy="3428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2" name="Google Shape;1432;g37589dff6d1_0_6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3" name="Google Shape;1433;g37589dff6d1_0_65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4" name="Google Shape;1434;g37589dff6d1_0_65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40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9" name="Google Shape;1479;g2af47447d0d_0_738:notes"/>
          <p:cNvSpPr txBox="1">
            <a:spLocks noGrp="1"/>
          </p:cNvSpPr>
          <p:nvPr>
            <p:ph type="body" idx="1"/>
          </p:nvPr>
        </p:nvSpPr>
        <p:spPr>
          <a:xfrm>
            <a:off x="914401" y="4343406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What can we do to decrease prevalence? Vector control? It will increase the death rate of mosquitoes</a:t>
            </a:r>
            <a:endParaRPr/>
          </a:p>
        </p:txBody>
      </p:sp>
      <p:sp>
        <p:nvSpPr>
          <p:cNvPr id="1480" name="Google Shape;1480;g2af47447d0d_0_7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4952" y="686475"/>
            <a:ext cx="6588000" cy="3428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9" name="Google Shape;1529;g3455147d995_0_3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0" name="Google Shape;1530;g3455147d995_0_39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1" name="Google Shape;1531;g3455147d995_0_39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42</a:t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4" name="Google Shape;1584;g374db73f9a6_2_7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5" name="Google Shape;1585;g374db73f9a6_2_76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Because we are adding age, </a:t>
            </a:r>
            <a:endParaRPr/>
          </a:p>
        </p:txBody>
      </p:sp>
      <p:sp>
        <p:nvSpPr>
          <p:cNvPr id="1586" name="Google Shape;1586;g374db73f9a6_2_76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43</a:t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9" name="Google Shape;1599;g37589dff6d1_0_6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0" name="Google Shape;1600;g37589dff6d1_0_64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Because we are adding age, </a:t>
            </a:r>
            <a:endParaRPr/>
          </a:p>
        </p:txBody>
      </p:sp>
      <p:sp>
        <p:nvSpPr>
          <p:cNvPr id="1601" name="Google Shape;1601;g37589dff6d1_0_64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44</a:t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4" name="Google Shape;1614;g374db73f9a6_2_7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5" name="Google Shape;1615;g374db73f9a6_2_78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6" name="Google Shape;1616;g374db73f9a6_2_78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45</a:t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0" name="Google Shape;1630;g374db73f9a6_2_6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1" name="Google Shape;1631;g374db73f9a6_2_60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2" name="Google Shape;1632;g374db73f9a6_2_60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46</a:t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2" name="Google Shape;1682;g3455147d995_0_500:notes"/>
          <p:cNvSpPr txBox="1">
            <a:spLocks noGrp="1"/>
          </p:cNvSpPr>
          <p:nvPr>
            <p:ph type="body" idx="1"/>
          </p:nvPr>
        </p:nvSpPr>
        <p:spPr>
          <a:xfrm>
            <a:off x="914401" y="4343406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What can we do to decrease prevalence that is affecting age-group differently?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parameters to modified the transmission to the different age group</a:t>
            </a:r>
            <a:endParaRPr/>
          </a:p>
        </p:txBody>
      </p:sp>
      <p:sp>
        <p:nvSpPr>
          <p:cNvPr id="1683" name="Google Shape;1683;g3455147d995_0_5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4952" y="686475"/>
            <a:ext cx="6588000" cy="3428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6" name="Google Shape;1726;g2af47447d0d_0_7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7" name="Google Shape;1727;g2af47447d0d_0_77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Practical in R: we implement vector control as stated. We compare two simulations. Simulation 1 without vector control, simulation 2 with 20% increase in mortality.</a:t>
            </a:r>
            <a:endParaRPr/>
          </a:p>
        </p:txBody>
      </p:sp>
      <p:sp>
        <p:nvSpPr>
          <p:cNvPr id="1728" name="Google Shape;1728;g2af47447d0d_0_77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48</a:t>
            </a:fld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6" name="Google Shape;1736;g3649041afb5_0_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7" name="Google Shape;1737;g3649041afb5_0_8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8" name="Google Shape;1738;g3649041afb5_0_8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49</a:t>
            </a:fld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4" name="Google Shape;1744;g37589dff6d1_0_7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5" name="Google Shape;1745;g37589dff6d1_0_76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6" name="Google Shape;1746;g37589dff6d1_0_76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50</a:t>
            </a:fld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2" name="Google Shape;1752;g37589dff6d1_0_318:notes"/>
          <p:cNvSpPr txBox="1">
            <a:spLocks noGrp="1"/>
          </p:cNvSpPr>
          <p:nvPr>
            <p:ph type="body" idx="1"/>
          </p:nvPr>
        </p:nvSpPr>
        <p:spPr>
          <a:xfrm>
            <a:off x="914401" y="4343406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225" tIns="44625" rIns="89225" bIns="44625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/>
              <a:buNone/>
            </a:pPr>
            <a:endParaRPr/>
          </a:p>
        </p:txBody>
      </p:sp>
      <p:sp>
        <p:nvSpPr>
          <p:cNvPr id="1753" name="Google Shape;1753;g37589dff6d1_0_3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4952" y="686475"/>
            <a:ext cx="6588000" cy="3428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ver">
  <p:cSld name="Cover">
    <p:bg>
      <p:bgPr>
        <a:solidFill>
          <a:srgbClr val="CFE2F3"/>
        </a:solid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"/>
          <p:cNvSpPr txBox="1">
            <a:spLocks noGrp="1"/>
          </p:cNvSpPr>
          <p:nvPr>
            <p:ph type="body" idx="1"/>
          </p:nvPr>
        </p:nvSpPr>
        <p:spPr>
          <a:xfrm>
            <a:off x="5186289" y="3621022"/>
            <a:ext cx="5935500" cy="11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4700"/>
              <a:buNone/>
              <a:defRPr sz="3700">
                <a:solidFill>
                  <a:schemeClr val="accent3"/>
                </a:solidFill>
              </a:defRPr>
            </a:lvl1pPr>
            <a:lvl2pPr marL="914400" lvl="1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2pPr>
            <a:lvl3pPr marL="1371600" lvl="2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3pPr>
            <a:lvl4pPr marL="1828800" lvl="3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4pPr>
            <a:lvl5pPr marL="2286000" lvl="4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5pPr>
            <a:lvl6pPr marL="2743200" lvl="5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marL="3200400" lvl="6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marL="3657600" lvl="7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marL="4114800" lvl="8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body" idx="2"/>
          </p:nvPr>
        </p:nvSpPr>
        <p:spPr>
          <a:xfrm>
            <a:off x="5186292" y="5443833"/>
            <a:ext cx="5935500" cy="38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700"/>
              <a:buNone/>
              <a:defRPr sz="2100"/>
            </a:lvl1pPr>
            <a:lvl2pPr marL="914400" lvl="1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2pPr>
            <a:lvl3pPr marL="1371600" lvl="2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3pPr>
            <a:lvl4pPr marL="1828800" lvl="3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4pPr>
            <a:lvl5pPr marL="2286000" lvl="4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5pPr>
            <a:lvl6pPr marL="2743200" lvl="5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marL="3200400" lvl="6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marL="3657600" lvl="7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marL="4114800" lvl="8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>
            <a:endParaRPr/>
          </a:p>
        </p:txBody>
      </p:sp>
      <p:pic>
        <p:nvPicPr>
          <p:cNvPr id="21" name="Google Shape;21;p2"/>
          <p:cNvPicPr preferRelativeResize="0"/>
          <p:nvPr/>
        </p:nvPicPr>
        <p:blipFill rotWithShape="1">
          <a:blip r:embed="rId2">
            <a:alphaModFix/>
          </a:blip>
          <a:srcRect b="52284"/>
          <a:stretch/>
        </p:blipFill>
        <p:spPr>
          <a:xfrm>
            <a:off x="5203087" y="2168490"/>
            <a:ext cx="4134491" cy="1142057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2"/>
          <p:cNvSpPr txBox="1">
            <a:spLocks noGrp="1"/>
          </p:cNvSpPr>
          <p:nvPr>
            <p:ph type="body" idx="3"/>
          </p:nvPr>
        </p:nvSpPr>
        <p:spPr>
          <a:xfrm>
            <a:off x="5186289" y="4921157"/>
            <a:ext cx="59355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3000"/>
              </a:lnSpc>
              <a:spcBef>
                <a:spcPts val="400"/>
              </a:spcBef>
              <a:spcAft>
                <a:spcPts val="0"/>
              </a:spcAft>
              <a:buSzPts val="3300"/>
              <a:buNone/>
              <a:defRPr sz="27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2pPr>
            <a:lvl3pPr marL="1371600" lvl="2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3pPr>
            <a:lvl4pPr marL="1828800" lvl="3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4pPr>
            <a:lvl5pPr marL="2286000" lvl="4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5pPr>
            <a:lvl6pPr marL="2743200" lvl="5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marL="3200400" lvl="6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marL="3657600" lvl="7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marL="4114800" lvl="8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Title and Tex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10896533" y="6308723"/>
            <a:ext cx="620400" cy="3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title"/>
          </p:nvPr>
        </p:nvSpPr>
        <p:spPr>
          <a:xfrm>
            <a:off x="666751" y="366186"/>
            <a:ext cx="10850100" cy="7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200"/>
              <a:buFont typeface="Arial"/>
              <a:buNone/>
              <a:defRPr>
                <a:solidFill>
                  <a:schemeClr val="accent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body" idx="1"/>
          </p:nvPr>
        </p:nvSpPr>
        <p:spPr>
          <a:xfrm>
            <a:off x="2244695" y="6308723"/>
            <a:ext cx="8512500" cy="3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1600">
                <a:solidFill>
                  <a:schemeClr val="lt2"/>
                </a:solidFill>
              </a:defRPr>
            </a:lvl1pPr>
            <a:lvl2pPr marL="914400" lvl="1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2pPr>
            <a:lvl3pPr marL="1371600" lvl="2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3pPr>
            <a:lvl4pPr marL="1828800" lvl="3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4pPr>
            <a:lvl5pPr marL="2286000" lvl="4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5pPr>
            <a:lvl6pPr marL="2743200" lvl="5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marL="3200400" lvl="6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marL="3657600" lvl="7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marL="4114800" lvl="8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body" idx="2"/>
          </p:nvPr>
        </p:nvSpPr>
        <p:spPr>
          <a:xfrm>
            <a:off x="666751" y="1762064"/>
            <a:ext cx="10850100" cy="439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7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7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700"/>
              <a:buNone/>
              <a:defRPr/>
            </a:lvl4pPr>
            <a:lvl5pPr marL="2286000" lvl="4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5pPr>
            <a:lvl6pPr marL="2743200" lvl="5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marL="3200400" lvl="6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marL="3657600" lvl="7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marL="4114800" lvl="8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3"/>
          <p:cNvSpPr txBox="1">
            <a:spLocks noGrp="1"/>
          </p:cNvSpPr>
          <p:nvPr>
            <p:ph type="body" idx="3"/>
          </p:nvPr>
        </p:nvSpPr>
        <p:spPr>
          <a:xfrm>
            <a:off x="666750" y="1220755"/>
            <a:ext cx="10850100" cy="4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100"/>
              <a:buFont typeface="Arial"/>
              <a:buNone/>
              <a:defRPr sz="2400" b="1">
                <a:solidFill>
                  <a:schemeClr val="accent1"/>
                </a:solidFill>
              </a:defRPr>
            </a:lvl1pPr>
            <a:lvl2pPr marL="914400" lvl="1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2pPr>
            <a:lvl3pPr marL="1371600" lvl="2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3pPr>
            <a:lvl4pPr marL="1828800" lvl="3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4pPr>
            <a:lvl5pPr marL="2286000" lvl="4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5pPr>
            <a:lvl6pPr marL="2743200" lvl="5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marL="3200400" lvl="6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marL="3657600" lvl="7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marL="4114800" lvl="8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Divider 1">
  <p:cSld name="Divider 1">
    <p:bg>
      <p:bgPr>
        <a:solidFill>
          <a:srgbClr val="CFE2F3"/>
        </a:solidFill>
        <a:effectLst/>
      </p:bgPr>
    </p:bg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 txBox="1">
            <a:spLocks noGrp="1"/>
          </p:cNvSpPr>
          <p:nvPr>
            <p:ph type="body" idx="1"/>
          </p:nvPr>
        </p:nvSpPr>
        <p:spPr>
          <a:xfrm>
            <a:off x="5186289" y="3547454"/>
            <a:ext cx="5935500" cy="82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4700"/>
              <a:buNone/>
              <a:defRPr sz="3700">
                <a:solidFill>
                  <a:schemeClr val="lt1"/>
                </a:solidFill>
              </a:defRPr>
            </a:lvl1pPr>
            <a:lvl2pPr marL="914400" lvl="1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2pPr>
            <a:lvl3pPr marL="1371600" lvl="2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3pPr>
            <a:lvl4pPr marL="1828800" lvl="3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4pPr>
            <a:lvl5pPr marL="2286000" lvl="4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5pPr>
            <a:lvl6pPr marL="2743200" lvl="5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marL="3200400" lvl="6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marL="3657600" lvl="7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marL="4114800" lvl="8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body" idx="2"/>
          </p:nvPr>
        </p:nvSpPr>
        <p:spPr>
          <a:xfrm>
            <a:off x="5186292" y="4408274"/>
            <a:ext cx="5935500" cy="38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100"/>
              <a:buNone/>
              <a:defRPr sz="2400">
                <a:solidFill>
                  <a:schemeClr val="lt1"/>
                </a:solidFill>
              </a:defRPr>
            </a:lvl1pPr>
            <a:lvl2pPr marL="914400" lvl="1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2pPr>
            <a:lvl3pPr marL="1371600" lvl="2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3pPr>
            <a:lvl4pPr marL="1828800" lvl="3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4pPr>
            <a:lvl5pPr marL="2286000" lvl="4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5pPr>
            <a:lvl6pPr marL="2743200" lvl="5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marL="3200400" lvl="6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marL="3657600" lvl="7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marL="4114800" lvl="8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>
            <a:endParaRPr/>
          </a:p>
        </p:txBody>
      </p:sp>
      <p:pic>
        <p:nvPicPr>
          <p:cNvPr id="32" name="Google Shape;32;p4"/>
          <p:cNvPicPr preferRelativeResize="0"/>
          <p:nvPr/>
        </p:nvPicPr>
        <p:blipFill rotWithShape="1">
          <a:blip r:embed="rId2">
            <a:alphaModFix/>
          </a:blip>
          <a:srcRect b="52284"/>
          <a:stretch/>
        </p:blipFill>
        <p:spPr>
          <a:xfrm>
            <a:off x="5203087" y="2168490"/>
            <a:ext cx="4134491" cy="114205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3" name="Google Shape;33;p4"/>
          <p:cNvGrpSpPr/>
          <p:nvPr/>
        </p:nvGrpSpPr>
        <p:grpSpPr>
          <a:xfrm>
            <a:off x="1" y="-2"/>
            <a:ext cx="12187811" cy="6874399"/>
            <a:chOff x="0" y="-1"/>
            <a:chExt cx="9141087" cy="5155928"/>
          </a:xfrm>
        </p:grpSpPr>
        <p:sp>
          <p:nvSpPr>
            <p:cNvPr id="34" name="Google Shape;34;p4"/>
            <p:cNvSpPr/>
            <p:nvPr/>
          </p:nvSpPr>
          <p:spPr>
            <a:xfrm>
              <a:off x="0" y="0"/>
              <a:ext cx="2348678" cy="3502791"/>
            </a:xfrm>
            <a:custGeom>
              <a:avLst/>
              <a:gdLst/>
              <a:ahLst/>
              <a:cxnLst/>
              <a:rect l="l" t="t" r="r" b="b"/>
              <a:pathLst>
                <a:path w="2348678" h="3502791" extrusionOk="0">
                  <a:moveTo>
                    <a:pt x="0" y="0"/>
                  </a:moveTo>
                  <a:lnTo>
                    <a:pt x="525537" y="0"/>
                  </a:lnTo>
                  <a:lnTo>
                    <a:pt x="477649" y="11761"/>
                  </a:lnTo>
                  <a:cubicBezTo>
                    <a:pt x="337298" y="54090"/>
                    <a:pt x="198160" y="111742"/>
                    <a:pt x="62225" y="183642"/>
                  </a:cubicBezTo>
                  <a:cubicBezTo>
                    <a:pt x="62225" y="183642"/>
                    <a:pt x="58176" y="186913"/>
                    <a:pt x="59890" y="190324"/>
                  </a:cubicBezTo>
                  <a:cubicBezTo>
                    <a:pt x="61604" y="193735"/>
                    <a:pt x="66959" y="192199"/>
                    <a:pt x="66959" y="192199"/>
                  </a:cubicBezTo>
                  <a:cubicBezTo>
                    <a:pt x="514156" y="-7207"/>
                    <a:pt x="986540" y="-35167"/>
                    <a:pt x="1402010" y="154763"/>
                  </a:cubicBezTo>
                  <a:cubicBezTo>
                    <a:pt x="2220361" y="528726"/>
                    <a:pt x="2546084" y="1622623"/>
                    <a:pt x="2229032" y="2734319"/>
                  </a:cubicBezTo>
                  <a:lnTo>
                    <a:pt x="2191499" y="2849202"/>
                  </a:lnTo>
                  <a:lnTo>
                    <a:pt x="2121922" y="2804073"/>
                  </a:lnTo>
                  <a:cubicBezTo>
                    <a:pt x="1801129" y="2602569"/>
                    <a:pt x="1421055" y="2395579"/>
                    <a:pt x="1003565" y="2198977"/>
                  </a:cubicBezTo>
                  <a:cubicBezTo>
                    <a:pt x="1003565" y="2198977"/>
                    <a:pt x="997199" y="2196820"/>
                    <a:pt x="995646" y="2201009"/>
                  </a:cubicBezTo>
                  <a:cubicBezTo>
                    <a:pt x="994090" y="2205199"/>
                    <a:pt x="998896" y="2208929"/>
                    <a:pt x="998896" y="2208929"/>
                  </a:cubicBezTo>
                  <a:cubicBezTo>
                    <a:pt x="1434380" y="2451555"/>
                    <a:pt x="1833684" y="2702502"/>
                    <a:pt x="2137892" y="2923903"/>
                  </a:cubicBezTo>
                  <a:lnTo>
                    <a:pt x="2161363" y="2941446"/>
                  </a:lnTo>
                  <a:lnTo>
                    <a:pt x="2151199" y="2972556"/>
                  </a:lnTo>
                  <a:cubicBezTo>
                    <a:pt x="2121939" y="3051889"/>
                    <a:pt x="2089344" y="3131057"/>
                    <a:pt x="2053361" y="3209803"/>
                  </a:cubicBezTo>
                  <a:cubicBezTo>
                    <a:pt x="2017373" y="3288530"/>
                    <a:pt x="1978850" y="3364970"/>
                    <a:pt x="1938019" y="3438996"/>
                  </a:cubicBezTo>
                  <a:lnTo>
                    <a:pt x="1899637" y="3502791"/>
                  </a:lnTo>
                  <a:lnTo>
                    <a:pt x="1749744" y="3459348"/>
                  </a:lnTo>
                  <a:lnTo>
                    <a:pt x="1608111" y="3415107"/>
                  </a:lnTo>
                  <a:cubicBezTo>
                    <a:pt x="1239845" y="3295233"/>
                    <a:pt x="807151" y="3126085"/>
                    <a:pt x="352814" y="2919107"/>
                  </a:cubicBezTo>
                  <a:cubicBezTo>
                    <a:pt x="277091" y="2884611"/>
                    <a:pt x="202558" y="2849879"/>
                    <a:pt x="129384" y="2815026"/>
                  </a:cubicBezTo>
                  <a:lnTo>
                    <a:pt x="0" y="27520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" name="Google Shape;35;p4"/>
            <p:cNvSpPr/>
            <p:nvPr/>
          </p:nvSpPr>
          <p:spPr>
            <a:xfrm>
              <a:off x="0" y="-1"/>
              <a:ext cx="9141087" cy="5155928"/>
            </a:xfrm>
            <a:custGeom>
              <a:avLst/>
              <a:gdLst/>
              <a:ahLst/>
              <a:cxnLst/>
              <a:rect l="l" t="t" r="r" b="b"/>
              <a:pathLst>
                <a:path w="9141087" h="5155928" extrusionOk="0">
                  <a:moveTo>
                    <a:pt x="1526153" y="0"/>
                  </a:moveTo>
                  <a:lnTo>
                    <a:pt x="9141087" y="0"/>
                  </a:lnTo>
                  <a:lnTo>
                    <a:pt x="9141087" y="5154827"/>
                  </a:lnTo>
                  <a:lnTo>
                    <a:pt x="0" y="5154827"/>
                  </a:lnTo>
                  <a:lnTo>
                    <a:pt x="0" y="5146451"/>
                  </a:lnTo>
                  <a:lnTo>
                    <a:pt x="75637" y="5154368"/>
                  </a:lnTo>
                  <a:cubicBezTo>
                    <a:pt x="776345" y="5184094"/>
                    <a:pt x="1521473" y="4787639"/>
                    <a:pt x="2058507" y="4098986"/>
                  </a:cubicBezTo>
                  <a:lnTo>
                    <a:pt x="2157322" y="3961433"/>
                  </a:lnTo>
                  <a:lnTo>
                    <a:pt x="2164242" y="3962746"/>
                  </a:lnTo>
                  <a:lnTo>
                    <a:pt x="2202530" y="3971148"/>
                  </a:lnTo>
                  <a:lnTo>
                    <a:pt x="2280575" y="3984804"/>
                  </a:lnTo>
                  <a:lnTo>
                    <a:pt x="2326734" y="3993557"/>
                  </a:lnTo>
                  <a:lnTo>
                    <a:pt x="2326992" y="3992927"/>
                  </a:lnTo>
                  <a:lnTo>
                    <a:pt x="2387013" y="4003429"/>
                  </a:lnTo>
                  <a:cubicBezTo>
                    <a:pt x="2799150" y="4065178"/>
                    <a:pt x="3079131" y="4031158"/>
                    <a:pt x="3145582" y="3885282"/>
                  </a:cubicBezTo>
                  <a:cubicBezTo>
                    <a:pt x="3218973" y="3724445"/>
                    <a:pt x="3017460" y="3460150"/>
                    <a:pt x="2630604" y="3157424"/>
                  </a:cubicBezTo>
                  <a:lnTo>
                    <a:pt x="2590729" y="3127515"/>
                  </a:lnTo>
                  <a:lnTo>
                    <a:pt x="2667774" y="2889009"/>
                  </a:lnTo>
                  <a:cubicBezTo>
                    <a:pt x="3005732" y="1683964"/>
                    <a:pt x="2631698" y="490305"/>
                    <a:pt x="1719839" y="73550"/>
                  </a:cubicBezTo>
                  <a:lnTo>
                    <a:pt x="152615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" name="Google Shape;36;p4"/>
            <p:cNvSpPr/>
            <p:nvPr/>
          </p:nvSpPr>
          <p:spPr>
            <a:xfrm>
              <a:off x="0" y="3174823"/>
              <a:ext cx="1677049" cy="1665275"/>
            </a:xfrm>
            <a:custGeom>
              <a:avLst/>
              <a:gdLst/>
              <a:ahLst/>
              <a:cxnLst/>
              <a:rect l="l" t="t" r="r" b="b"/>
              <a:pathLst>
                <a:path w="1677049" h="1665275" extrusionOk="0">
                  <a:moveTo>
                    <a:pt x="0" y="0"/>
                  </a:moveTo>
                  <a:lnTo>
                    <a:pt x="55062" y="27525"/>
                  </a:lnTo>
                  <a:cubicBezTo>
                    <a:pt x="140029" y="68726"/>
                    <a:pt x="226710" y="109496"/>
                    <a:pt x="314915" y="149684"/>
                  </a:cubicBezTo>
                  <a:cubicBezTo>
                    <a:pt x="667741" y="310496"/>
                    <a:pt x="1011578" y="446790"/>
                    <a:pt x="1331241" y="555564"/>
                  </a:cubicBezTo>
                  <a:lnTo>
                    <a:pt x="1521376" y="617362"/>
                  </a:lnTo>
                  <a:lnTo>
                    <a:pt x="1521140" y="617775"/>
                  </a:lnTo>
                  <a:lnTo>
                    <a:pt x="1540381" y="623539"/>
                  </a:lnTo>
                  <a:lnTo>
                    <a:pt x="1566219" y="631937"/>
                  </a:lnTo>
                  <a:lnTo>
                    <a:pt x="1666079" y="661195"/>
                  </a:lnTo>
                  <a:lnTo>
                    <a:pt x="1677049" y="664481"/>
                  </a:lnTo>
                  <a:lnTo>
                    <a:pt x="1667186" y="678371"/>
                  </a:lnTo>
                  <a:cubicBezTo>
                    <a:pt x="1224914" y="1253212"/>
                    <a:pt x="632916" y="1612206"/>
                    <a:pt x="58278" y="1663563"/>
                  </a:cubicBezTo>
                  <a:lnTo>
                    <a:pt x="0" y="16652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" name="Google Shape;37;p4"/>
            <p:cNvSpPr/>
            <p:nvPr/>
          </p:nvSpPr>
          <p:spPr>
            <a:xfrm>
              <a:off x="2376848" y="3253687"/>
              <a:ext cx="343930" cy="361770"/>
            </a:xfrm>
            <a:custGeom>
              <a:avLst/>
              <a:gdLst/>
              <a:ahLst/>
              <a:cxnLst/>
              <a:rect l="l" t="t" r="r" b="b"/>
              <a:pathLst>
                <a:path w="343930" h="361770" extrusionOk="0">
                  <a:moveTo>
                    <a:pt x="163744" y="0"/>
                  </a:moveTo>
                  <a:lnTo>
                    <a:pt x="178396" y="13750"/>
                  </a:lnTo>
                  <a:cubicBezTo>
                    <a:pt x="304317" y="138942"/>
                    <a:pt x="364544" y="238018"/>
                    <a:pt x="337605" y="297178"/>
                  </a:cubicBezTo>
                  <a:cubicBezTo>
                    <a:pt x="320278" y="335262"/>
                    <a:pt x="269017" y="356259"/>
                    <a:pt x="189169" y="361598"/>
                  </a:cubicBezTo>
                  <a:lnTo>
                    <a:pt x="101228" y="361770"/>
                  </a:lnTo>
                  <a:lnTo>
                    <a:pt x="94227" y="361237"/>
                  </a:lnTo>
                  <a:lnTo>
                    <a:pt x="4676" y="352915"/>
                  </a:lnTo>
                  <a:lnTo>
                    <a:pt x="0" y="352321"/>
                  </a:lnTo>
                  <a:lnTo>
                    <a:pt x="101987" y="150236"/>
                  </a:lnTo>
                  <a:lnTo>
                    <a:pt x="16374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>
            <a:spLocks noGrp="1"/>
          </p:cNvSpPr>
          <p:nvPr>
            <p:ph type="body" idx="1"/>
          </p:nvPr>
        </p:nvSpPr>
        <p:spPr>
          <a:xfrm>
            <a:off x="426720" y="1463040"/>
            <a:ext cx="11338500" cy="46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•"/>
              <a:defRPr/>
            </a:lvl1pPr>
            <a:lvl2pPr marL="914400" lvl="1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2pPr>
            <a:lvl3pPr marL="1371600" lvl="2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3pPr>
            <a:lvl4pPr marL="1828800" lvl="3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4pPr>
            <a:lvl5pPr marL="2286000" lvl="4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5pPr>
            <a:lvl6pPr marL="2743200" lvl="5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marL="3200400" lvl="6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marL="3657600" lvl="7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marL="4114800" lvl="8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sldNum" idx="12"/>
          </p:nvPr>
        </p:nvSpPr>
        <p:spPr>
          <a:xfrm>
            <a:off x="10959942" y="6287239"/>
            <a:ext cx="548400" cy="3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2" name="Google Shape;42;p5"/>
          <p:cNvSpPr txBox="1">
            <a:spLocks noGrp="1"/>
          </p:cNvSpPr>
          <p:nvPr>
            <p:ph type="title"/>
          </p:nvPr>
        </p:nvSpPr>
        <p:spPr>
          <a:xfrm>
            <a:off x="675217" y="366185"/>
            <a:ext cx="10850100" cy="7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Divider 2">
  <p:cSld name="Divider 2">
    <p:bg>
      <p:bgPr>
        <a:solidFill>
          <a:srgbClr val="CFE2F3"/>
        </a:solidFill>
        <a:effectLst/>
      </p:bgPr>
    </p:bg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oogle Shape;44;p6"/>
          <p:cNvGrpSpPr/>
          <p:nvPr/>
        </p:nvGrpSpPr>
        <p:grpSpPr>
          <a:xfrm>
            <a:off x="1" y="0"/>
            <a:ext cx="12187811" cy="6874399"/>
            <a:chOff x="0" y="-1"/>
            <a:chExt cx="9141087" cy="5155928"/>
          </a:xfrm>
        </p:grpSpPr>
        <p:sp>
          <p:nvSpPr>
            <p:cNvPr id="45" name="Google Shape;45;p6"/>
            <p:cNvSpPr/>
            <p:nvPr/>
          </p:nvSpPr>
          <p:spPr>
            <a:xfrm>
              <a:off x="0" y="0"/>
              <a:ext cx="2348678" cy="3502791"/>
            </a:xfrm>
            <a:custGeom>
              <a:avLst/>
              <a:gdLst/>
              <a:ahLst/>
              <a:cxnLst/>
              <a:rect l="l" t="t" r="r" b="b"/>
              <a:pathLst>
                <a:path w="2348678" h="3502791" extrusionOk="0">
                  <a:moveTo>
                    <a:pt x="0" y="0"/>
                  </a:moveTo>
                  <a:lnTo>
                    <a:pt x="525537" y="0"/>
                  </a:lnTo>
                  <a:lnTo>
                    <a:pt x="477649" y="11761"/>
                  </a:lnTo>
                  <a:cubicBezTo>
                    <a:pt x="337298" y="54090"/>
                    <a:pt x="198160" y="111742"/>
                    <a:pt x="62225" y="183642"/>
                  </a:cubicBezTo>
                  <a:cubicBezTo>
                    <a:pt x="62225" y="183642"/>
                    <a:pt x="58176" y="186913"/>
                    <a:pt x="59890" y="190324"/>
                  </a:cubicBezTo>
                  <a:cubicBezTo>
                    <a:pt x="61604" y="193735"/>
                    <a:pt x="66959" y="192199"/>
                    <a:pt x="66959" y="192199"/>
                  </a:cubicBezTo>
                  <a:cubicBezTo>
                    <a:pt x="514156" y="-7207"/>
                    <a:pt x="986540" y="-35167"/>
                    <a:pt x="1402010" y="154763"/>
                  </a:cubicBezTo>
                  <a:cubicBezTo>
                    <a:pt x="2220361" y="528726"/>
                    <a:pt x="2546084" y="1622623"/>
                    <a:pt x="2229032" y="2734319"/>
                  </a:cubicBezTo>
                  <a:lnTo>
                    <a:pt x="2191499" y="2849202"/>
                  </a:lnTo>
                  <a:lnTo>
                    <a:pt x="2121922" y="2804073"/>
                  </a:lnTo>
                  <a:cubicBezTo>
                    <a:pt x="1801129" y="2602569"/>
                    <a:pt x="1421055" y="2395579"/>
                    <a:pt x="1003565" y="2198977"/>
                  </a:cubicBezTo>
                  <a:cubicBezTo>
                    <a:pt x="1003565" y="2198977"/>
                    <a:pt x="997199" y="2196820"/>
                    <a:pt x="995646" y="2201009"/>
                  </a:cubicBezTo>
                  <a:cubicBezTo>
                    <a:pt x="994090" y="2205199"/>
                    <a:pt x="998896" y="2208929"/>
                    <a:pt x="998896" y="2208929"/>
                  </a:cubicBezTo>
                  <a:cubicBezTo>
                    <a:pt x="1434380" y="2451555"/>
                    <a:pt x="1833684" y="2702502"/>
                    <a:pt x="2137892" y="2923903"/>
                  </a:cubicBezTo>
                  <a:lnTo>
                    <a:pt x="2161363" y="2941446"/>
                  </a:lnTo>
                  <a:lnTo>
                    <a:pt x="2151199" y="2972556"/>
                  </a:lnTo>
                  <a:cubicBezTo>
                    <a:pt x="2121939" y="3051889"/>
                    <a:pt x="2089344" y="3131057"/>
                    <a:pt x="2053361" y="3209803"/>
                  </a:cubicBezTo>
                  <a:cubicBezTo>
                    <a:pt x="2017373" y="3288530"/>
                    <a:pt x="1978850" y="3364970"/>
                    <a:pt x="1938019" y="3438996"/>
                  </a:cubicBezTo>
                  <a:lnTo>
                    <a:pt x="1899637" y="3502791"/>
                  </a:lnTo>
                  <a:lnTo>
                    <a:pt x="1749744" y="3459348"/>
                  </a:lnTo>
                  <a:lnTo>
                    <a:pt x="1608111" y="3415107"/>
                  </a:lnTo>
                  <a:cubicBezTo>
                    <a:pt x="1239845" y="3295233"/>
                    <a:pt x="807151" y="3126085"/>
                    <a:pt x="352814" y="2919107"/>
                  </a:cubicBezTo>
                  <a:cubicBezTo>
                    <a:pt x="277091" y="2884611"/>
                    <a:pt x="202558" y="2849879"/>
                    <a:pt x="129384" y="2815026"/>
                  </a:cubicBezTo>
                  <a:lnTo>
                    <a:pt x="0" y="27520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3D0E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" name="Google Shape;46;p6"/>
            <p:cNvSpPr/>
            <p:nvPr/>
          </p:nvSpPr>
          <p:spPr>
            <a:xfrm>
              <a:off x="0" y="-1"/>
              <a:ext cx="9141087" cy="5155928"/>
            </a:xfrm>
            <a:custGeom>
              <a:avLst/>
              <a:gdLst/>
              <a:ahLst/>
              <a:cxnLst/>
              <a:rect l="l" t="t" r="r" b="b"/>
              <a:pathLst>
                <a:path w="9141087" h="5155928" extrusionOk="0">
                  <a:moveTo>
                    <a:pt x="1526153" y="0"/>
                  </a:moveTo>
                  <a:lnTo>
                    <a:pt x="9141087" y="0"/>
                  </a:lnTo>
                  <a:lnTo>
                    <a:pt x="9141087" y="5154827"/>
                  </a:lnTo>
                  <a:lnTo>
                    <a:pt x="0" y="5154827"/>
                  </a:lnTo>
                  <a:lnTo>
                    <a:pt x="0" y="5146451"/>
                  </a:lnTo>
                  <a:lnTo>
                    <a:pt x="75637" y="5154368"/>
                  </a:lnTo>
                  <a:cubicBezTo>
                    <a:pt x="776345" y="5184094"/>
                    <a:pt x="1521473" y="4787639"/>
                    <a:pt x="2058507" y="4098986"/>
                  </a:cubicBezTo>
                  <a:lnTo>
                    <a:pt x="2157322" y="3961433"/>
                  </a:lnTo>
                  <a:lnTo>
                    <a:pt x="2164242" y="3962746"/>
                  </a:lnTo>
                  <a:lnTo>
                    <a:pt x="2202530" y="3971148"/>
                  </a:lnTo>
                  <a:lnTo>
                    <a:pt x="2280575" y="3984804"/>
                  </a:lnTo>
                  <a:lnTo>
                    <a:pt x="2326734" y="3993557"/>
                  </a:lnTo>
                  <a:lnTo>
                    <a:pt x="2326992" y="3992927"/>
                  </a:lnTo>
                  <a:lnTo>
                    <a:pt x="2387013" y="4003429"/>
                  </a:lnTo>
                  <a:cubicBezTo>
                    <a:pt x="2799150" y="4065178"/>
                    <a:pt x="3079131" y="4031158"/>
                    <a:pt x="3145582" y="3885282"/>
                  </a:cubicBezTo>
                  <a:cubicBezTo>
                    <a:pt x="3218973" y="3724445"/>
                    <a:pt x="3017460" y="3460150"/>
                    <a:pt x="2630604" y="3157424"/>
                  </a:cubicBezTo>
                  <a:lnTo>
                    <a:pt x="2590729" y="3127515"/>
                  </a:lnTo>
                  <a:lnTo>
                    <a:pt x="2667774" y="2889009"/>
                  </a:lnTo>
                  <a:cubicBezTo>
                    <a:pt x="3005732" y="1683964"/>
                    <a:pt x="2631698" y="490305"/>
                    <a:pt x="1719839" y="73550"/>
                  </a:cubicBezTo>
                  <a:lnTo>
                    <a:pt x="1526153" y="0"/>
                  </a:lnTo>
                  <a:close/>
                </a:path>
              </a:pathLst>
            </a:custGeom>
            <a:solidFill>
              <a:srgbClr val="B3D0E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" name="Google Shape;47;p6"/>
            <p:cNvSpPr/>
            <p:nvPr/>
          </p:nvSpPr>
          <p:spPr>
            <a:xfrm>
              <a:off x="0" y="3174823"/>
              <a:ext cx="1677049" cy="1665275"/>
            </a:xfrm>
            <a:custGeom>
              <a:avLst/>
              <a:gdLst/>
              <a:ahLst/>
              <a:cxnLst/>
              <a:rect l="l" t="t" r="r" b="b"/>
              <a:pathLst>
                <a:path w="1677049" h="1665275" extrusionOk="0">
                  <a:moveTo>
                    <a:pt x="0" y="0"/>
                  </a:moveTo>
                  <a:lnTo>
                    <a:pt x="55062" y="27525"/>
                  </a:lnTo>
                  <a:cubicBezTo>
                    <a:pt x="140029" y="68726"/>
                    <a:pt x="226710" y="109496"/>
                    <a:pt x="314915" y="149684"/>
                  </a:cubicBezTo>
                  <a:cubicBezTo>
                    <a:pt x="667741" y="310496"/>
                    <a:pt x="1011578" y="446790"/>
                    <a:pt x="1331241" y="555564"/>
                  </a:cubicBezTo>
                  <a:lnTo>
                    <a:pt x="1521376" y="617362"/>
                  </a:lnTo>
                  <a:lnTo>
                    <a:pt x="1521140" y="617775"/>
                  </a:lnTo>
                  <a:lnTo>
                    <a:pt x="1540381" y="623539"/>
                  </a:lnTo>
                  <a:lnTo>
                    <a:pt x="1566219" y="631937"/>
                  </a:lnTo>
                  <a:lnTo>
                    <a:pt x="1666079" y="661195"/>
                  </a:lnTo>
                  <a:lnTo>
                    <a:pt x="1677049" y="664481"/>
                  </a:lnTo>
                  <a:lnTo>
                    <a:pt x="1667186" y="678371"/>
                  </a:lnTo>
                  <a:cubicBezTo>
                    <a:pt x="1224914" y="1253212"/>
                    <a:pt x="632916" y="1612206"/>
                    <a:pt x="58278" y="1663563"/>
                  </a:cubicBezTo>
                  <a:lnTo>
                    <a:pt x="0" y="16652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3D0E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" name="Google Shape;48;p6"/>
            <p:cNvSpPr/>
            <p:nvPr/>
          </p:nvSpPr>
          <p:spPr>
            <a:xfrm>
              <a:off x="2376848" y="3253687"/>
              <a:ext cx="343930" cy="361770"/>
            </a:xfrm>
            <a:custGeom>
              <a:avLst/>
              <a:gdLst/>
              <a:ahLst/>
              <a:cxnLst/>
              <a:rect l="l" t="t" r="r" b="b"/>
              <a:pathLst>
                <a:path w="343930" h="361770" extrusionOk="0">
                  <a:moveTo>
                    <a:pt x="163744" y="0"/>
                  </a:moveTo>
                  <a:lnTo>
                    <a:pt x="178396" y="13750"/>
                  </a:lnTo>
                  <a:cubicBezTo>
                    <a:pt x="304317" y="138942"/>
                    <a:pt x="364544" y="238018"/>
                    <a:pt x="337605" y="297178"/>
                  </a:cubicBezTo>
                  <a:cubicBezTo>
                    <a:pt x="320278" y="335262"/>
                    <a:pt x="269017" y="356259"/>
                    <a:pt x="189169" y="361598"/>
                  </a:cubicBezTo>
                  <a:lnTo>
                    <a:pt x="101228" y="361770"/>
                  </a:lnTo>
                  <a:lnTo>
                    <a:pt x="94227" y="361237"/>
                  </a:lnTo>
                  <a:lnTo>
                    <a:pt x="4676" y="352915"/>
                  </a:lnTo>
                  <a:lnTo>
                    <a:pt x="0" y="352321"/>
                  </a:lnTo>
                  <a:lnTo>
                    <a:pt x="101987" y="150236"/>
                  </a:lnTo>
                  <a:lnTo>
                    <a:pt x="163744" y="0"/>
                  </a:lnTo>
                  <a:close/>
                </a:path>
              </a:pathLst>
            </a:custGeom>
            <a:solidFill>
              <a:srgbClr val="B3D0E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9" name="Google Shape;49;p6"/>
          <p:cNvSpPr txBox="1">
            <a:spLocks noGrp="1"/>
          </p:cNvSpPr>
          <p:nvPr>
            <p:ph type="body" idx="1"/>
          </p:nvPr>
        </p:nvSpPr>
        <p:spPr>
          <a:xfrm>
            <a:off x="5186289" y="3547454"/>
            <a:ext cx="5935500" cy="82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4700"/>
              <a:buNone/>
              <a:defRPr sz="3700">
                <a:solidFill>
                  <a:schemeClr val="dk1"/>
                </a:solidFill>
              </a:defRPr>
            </a:lvl1pPr>
            <a:lvl2pPr marL="914400" lvl="1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2pPr>
            <a:lvl3pPr marL="1371600" lvl="2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3pPr>
            <a:lvl4pPr marL="1828800" lvl="3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4pPr>
            <a:lvl5pPr marL="2286000" lvl="4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5pPr>
            <a:lvl6pPr marL="2743200" lvl="5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marL="3200400" lvl="6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marL="3657600" lvl="7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marL="4114800" lvl="8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6"/>
          <p:cNvSpPr txBox="1">
            <a:spLocks noGrp="1"/>
          </p:cNvSpPr>
          <p:nvPr>
            <p:ph type="body" idx="2"/>
          </p:nvPr>
        </p:nvSpPr>
        <p:spPr>
          <a:xfrm>
            <a:off x="5186292" y="4408274"/>
            <a:ext cx="5935500" cy="38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100"/>
              <a:buNone/>
              <a:defRPr sz="2400">
                <a:solidFill>
                  <a:schemeClr val="dk1"/>
                </a:solidFill>
              </a:defRPr>
            </a:lvl1pPr>
            <a:lvl2pPr marL="914400" lvl="1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2pPr>
            <a:lvl3pPr marL="1371600" lvl="2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3pPr>
            <a:lvl4pPr marL="1828800" lvl="3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4pPr>
            <a:lvl5pPr marL="2286000" lvl="4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5pPr>
            <a:lvl6pPr marL="2743200" lvl="5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marL="3200400" lvl="6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marL="3657600" lvl="7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marL="4114800" lvl="8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>
            <a:endParaRPr/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2">
            <a:alphaModFix/>
          </a:blip>
          <a:srcRect b="52284"/>
          <a:stretch/>
        </p:blipFill>
        <p:spPr>
          <a:xfrm>
            <a:off x="5203087" y="2168490"/>
            <a:ext cx="4134491" cy="11420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Divider 3">
  <p:cSld name="Divider 3">
    <p:bg>
      <p:bgPr>
        <a:solidFill>
          <a:srgbClr val="CFE2F3"/>
        </a:solidFill>
        <a:effectLst/>
      </p:bgPr>
    </p:bg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Google Shape;53;p7"/>
          <p:cNvGrpSpPr/>
          <p:nvPr/>
        </p:nvGrpSpPr>
        <p:grpSpPr>
          <a:xfrm>
            <a:off x="1" y="0"/>
            <a:ext cx="12187811" cy="6874399"/>
            <a:chOff x="0" y="-1"/>
            <a:chExt cx="9141087" cy="5155928"/>
          </a:xfrm>
        </p:grpSpPr>
        <p:sp>
          <p:nvSpPr>
            <p:cNvPr id="54" name="Google Shape;54;p7"/>
            <p:cNvSpPr/>
            <p:nvPr/>
          </p:nvSpPr>
          <p:spPr>
            <a:xfrm>
              <a:off x="0" y="0"/>
              <a:ext cx="2348678" cy="3502791"/>
            </a:xfrm>
            <a:custGeom>
              <a:avLst/>
              <a:gdLst/>
              <a:ahLst/>
              <a:cxnLst/>
              <a:rect l="l" t="t" r="r" b="b"/>
              <a:pathLst>
                <a:path w="2348678" h="3502791" extrusionOk="0">
                  <a:moveTo>
                    <a:pt x="0" y="0"/>
                  </a:moveTo>
                  <a:lnTo>
                    <a:pt x="525537" y="0"/>
                  </a:lnTo>
                  <a:lnTo>
                    <a:pt x="477649" y="11761"/>
                  </a:lnTo>
                  <a:cubicBezTo>
                    <a:pt x="337298" y="54090"/>
                    <a:pt x="198160" y="111742"/>
                    <a:pt x="62225" y="183642"/>
                  </a:cubicBezTo>
                  <a:cubicBezTo>
                    <a:pt x="62225" y="183642"/>
                    <a:pt x="58176" y="186913"/>
                    <a:pt x="59890" y="190324"/>
                  </a:cubicBezTo>
                  <a:cubicBezTo>
                    <a:pt x="61604" y="193735"/>
                    <a:pt x="66959" y="192199"/>
                    <a:pt x="66959" y="192199"/>
                  </a:cubicBezTo>
                  <a:cubicBezTo>
                    <a:pt x="514156" y="-7207"/>
                    <a:pt x="986540" y="-35167"/>
                    <a:pt x="1402010" y="154763"/>
                  </a:cubicBezTo>
                  <a:cubicBezTo>
                    <a:pt x="2220361" y="528726"/>
                    <a:pt x="2546084" y="1622623"/>
                    <a:pt x="2229032" y="2734319"/>
                  </a:cubicBezTo>
                  <a:lnTo>
                    <a:pt x="2191499" y="2849202"/>
                  </a:lnTo>
                  <a:lnTo>
                    <a:pt x="2121922" y="2804073"/>
                  </a:lnTo>
                  <a:cubicBezTo>
                    <a:pt x="1801129" y="2602569"/>
                    <a:pt x="1421055" y="2395579"/>
                    <a:pt x="1003565" y="2198977"/>
                  </a:cubicBezTo>
                  <a:cubicBezTo>
                    <a:pt x="1003565" y="2198977"/>
                    <a:pt x="997199" y="2196820"/>
                    <a:pt x="995646" y="2201009"/>
                  </a:cubicBezTo>
                  <a:cubicBezTo>
                    <a:pt x="994090" y="2205199"/>
                    <a:pt x="998896" y="2208929"/>
                    <a:pt x="998896" y="2208929"/>
                  </a:cubicBezTo>
                  <a:cubicBezTo>
                    <a:pt x="1434380" y="2451555"/>
                    <a:pt x="1833684" y="2702502"/>
                    <a:pt x="2137892" y="2923903"/>
                  </a:cubicBezTo>
                  <a:lnTo>
                    <a:pt x="2161363" y="2941446"/>
                  </a:lnTo>
                  <a:lnTo>
                    <a:pt x="2151199" y="2972556"/>
                  </a:lnTo>
                  <a:cubicBezTo>
                    <a:pt x="2121939" y="3051889"/>
                    <a:pt x="2089344" y="3131057"/>
                    <a:pt x="2053361" y="3209803"/>
                  </a:cubicBezTo>
                  <a:cubicBezTo>
                    <a:pt x="2017373" y="3288530"/>
                    <a:pt x="1978850" y="3364970"/>
                    <a:pt x="1938019" y="3438996"/>
                  </a:cubicBezTo>
                  <a:lnTo>
                    <a:pt x="1899637" y="3502791"/>
                  </a:lnTo>
                  <a:lnTo>
                    <a:pt x="1749744" y="3459348"/>
                  </a:lnTo>
                  <a:lnTo>
                    <a:pt x="1608111" y="3415107"/>
                  </a:lnTo>
                  <a:cubicBezTo>
                    <a:pt x="1239845" y="3295233"/>
                    <a:pt x="807151" y="3126085"/>
                    <a:pt x="352814" y="2919107"/>
                  </a:cubicBezTo>
                  <a:cubicBezTo>
                    <a:pt x="277091" y="2884611"/>
                    <a:pt x="202558" y="2849879"/>
                    <a:pt x="129384" y="2815026"/>
                  </a:cubicBezTo>
                  <a:lnTo>
                    <a:pt x="0" y="27520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" name="Google Shape;55;p7"/>
            <p:cNvSpPr/>
            <p:nvPr/>
          </p:nvSpPr>
          <p:spPr>
            <a:xfrm>
              <a:off x="0" y="-1"/>
              <a:ext cx="9141087" cy="5155928"/>
            </a:xfrm>
            <a:custGeom>
              <a:avLst/>
              <a:gdLst/>
              <a:ahLst/>
              <a:cxnLst/>
              <a:rect l="l" t="t" r="r" b="b"/>
              <a:pathLst>
                <a:path w="9141087" h="5155928" extrusionOk="0">
                  <a:moveTo>
                    <a:pt x="1526153" y="0"/>
                  </a:moveTo>
                  <a:lnTo>
                    <a:pt x="9141087" y="0"/>
                  </a:lnTo>
                  <a:lnTo>
                    <a:pt x="9141087" y="5154827"/>
                  </a:lnTo>
                  <a:lnTo>
                    <a:pt x="0" y="5154827"/>
                  </a:lnTo>
                  <a:lnTo>
                    <a:pt x="0" y="5146451"/>
                  </a:lnTo>
                  <a:lnTo>
                    <a:pt x="75637" y="5154368"/>
                  </a:lnTo>
                  <a:cubicBezTo>
                    <a:pt x="776345" y="5184094"/>
                    <a:pt x="1521473" y="4787639"/>
                    <a:pt x="2058507" y="4098986"/>
                  </a:cubicBezTo>
                  <a:lnTo>
                    <a:pt x="2157322" y="3961433"/>
                  </a:lnTo>
                  <a:lnTo>
                    <a:pt x="2164242" y="3962746"/>
                  </a:lnTo>
                  <a:lnTo>
                    <a:pt x="2202530" y="3971148"/>
                  </a:lnTo>
                  <a:lnTo>
                    <a:pt x="2280575" y="3984804"/>
                  </a:lnTo>
                  <a:lnTo>
                    <a:pt x="2326734" y="3993557"/>
                  </a:lnTo>
                  <a:lnTo>
                    <a:pt x="2326992" y="3992927"/>
                  </a:lnTo>
                  <a:lnTo>
                    <a:pt x="2387013" y="4003429"/>
                  </a:lnTo>
                  <a:cubicBezTo>
                    <a:pt x="2799150" y="4065178"/>
                    <a:pt x="3079131" y="4031158"/>
                    <a:pt x="3145582" y="3885282"/>
                  </a:cubicBezTo>
                  <a:cubicBezTo>
                    <a:pt x="3218973" y="3724445"/>
                    <a:pt x="3017460" y="3460150"/>
                    <a:pt x="2630604" y="3157424"/>
                  </a:cubicBezTo>
                  <a:lnTo>
                    <a:pt x="2590729" y="3127515"/>
                  </a:lnTo>
                  <a:lnTo>
                    <a:pt x="2667774" y="2889009"/>
                  </a:lnTo>
                  <a:cubicBezTo>
                    <a:pt x="3005732" y="1683964"/>
                    <a:pt x="2631698" y="490305"/>
                    <a:pt x="1719839" y="73550"/>
                  </a:cubicBezTo>
                  <a:lnTo>
                    <a:pt x="152615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" name="Google Shape;56;p7"/>
            <p:cNvSpPr/>
            <p:nvPr/>
          </p:nvSpPr>
          <p:spPr>
            <a:xfrm>
              <a:off x="0" y="3174823"/>
              <a:ext cx="1677049" cy="1665275"/>
            </a:xfrm>
            <a:custGeom>
              <a:avLst/>
              <a:gdLst/>
              <a:ahLst/>
              <a:cxnLst/>
              <a:rect l="l" t="t" r="r" b="b"/>
              <a:pathLst>
                <a:path w="1677049" h="1665275" extrusionOk="0">
                  <a:moveTo>
                    <a:pt x="0" y="0"/>
                  </a:moveTo>
                  <a:lnTo>
                    <a:pt x="55062" y="27525"/>
                  </a:lnTo>
                  <a:cubicBezTo>
                    <a:pt x="140029" y="68726"/>
                    <a:pt x="226710" y="109496"/>
                    <a:pt x="314915" y="149684"/>
                  </a:cubicBezTo>
                  <a:cubicBezTo>
                    <a:pt x="667741" y="310496"/>
                    <a:pt x="1011578" y="446790"/>
                    <a:pt x="1331241" y="555564"/>
                  </a:cubicBezTo>
                  <a:lnTo>
                    <a:pt x="1521376" y="617362"/>
                  </a:lnTo>
                  <a:lnTo>
                    <a:pt x="1521140" y="617775"/>
                  </a:lnTo>
                  <a:lnTo>
                    <a:pt x="1540381" y="623539"/>
                  </a:lnTo>
                  <a:lnTo>
                    <a:pt x="1566219" y="631937"/>
                  </a:lnTo>
                  <a:lnTo>
                    <a:pt x="1666079" y="661195"/>
                  </a:lnTo>
                  <a:lnTo>
                    <a:pt x="1677049" y="664481"/>
                  </a:lnTo>
                  <a:lnTo>
                    <a:pt x="1667186" y="678371"/>
                  </a:lnTo>
                  <a:cubicBezTo>
                    <a:pt x="1224914" y="1253212"/>
                    <a:pt x="632916" y="1612206"/>
                    <a:pt x="58278" y="1663563"/>
                  </a:cubicBezTo>
                  <a:lnTo>
                    <a:pt x="0" y="16652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" name="Google Shape;57;p7"/>
            <p:cNvSpPr/>
            <p:nvPr/>
          </p:nvSpPr>
          <p:spPr>
            <a:xfrm>
              <a:off x="2376848" y="3253687"/>
              <a:ext cx="343930" cy="361770"/>
            </a:xfrm>
            <a:custGeom>
              <a:avLst/>
              <a:gdLst/>
              <a:ahLst/>
              <a:cxnLst/>
              <a:rect l="l" t="t" r="r" b="b"/>
              <a:pathLst>
                <a:path w="343930" h="361770" extrusionOk="0">
                  <a:moveTo>
                    <a:pt x="163744" y="0"/>
                  </a:moveTo>
                  <a:lnTo>
                    <a:pt x="178396" y="13750"/>
                  </a:lnTo>
                  <a:cubicBezTo>
                    <a:pt x="304317" y="138942"/>
                    <a:pt x="364544" y="238018"/>
                    <a:pt x="337605" y="297178"/>
                  </a:cubicBezTo>
                  <a:cubicBezTo>
                    <a:pt x="320278" y="335262"/>
                    <a:pt x="269017" y="356259"/>
                    <a:pt x="189169" y="361598"/>
                  </a:cubicBezTo>
                  <a:lnTo>
                    <a:pt x="101228" y="361770"/>
                  </a:lnTo>
                  <a:lnTo>
                    <a:pt x="94227" y="361237"/>
                  </a:lnTo>
                  <a:lnTo>
                    <a:pt x="4676" y="352915"/>
                  </a:lnTo>
                  <a:lnTo>
                    <a:pt x="0" y="352321"/>
                  </a:lnTo>
                  <a:lnTo>
                    <a:pt x="101987" y="150236"/>
                  </a:lnTo>
                  <a:lnTo>
                    <a:pt x="16374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8" name="Google Shape;58;p7"/>
          <p:cNvSpPr txBox="1">
            <a:spLocks noGrp="1"/>
          </p:cNvSpPr>
          <p:nvPr>
            <p:ph type="body" idx="1"/>
          </p:nvPr>
        </p:nvSpPr>
        <p:spPr>
          <a:xfrm>
            <a:off x="5186289" y="3547454"/>
            <a:ext cx="5935500" cy="82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4700"/>
              <a:buNone/>
              <a:defRPr sz="3700">
                <a:solidFill>
                  <a:schemeClr val="lt1"/>
                </a:solidFill>
              </a:defRPr>
            </a:lvl1pPr>
            <a:lvl2pPr marL="914400" lvl="1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2pPr>
            <a:lvl3pPr marL="1371600" lvl="2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3pPr>
            <a:lvl4pPr marL="1828800" lvl="3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4pPr>
            <a:lvl5pPr marL="2286000" lvl="4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5pPr>
            <a:lvl6pPr marL="2743200" lvl="5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marL="3200400" lvl="6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marL="3657600" lvl="7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marL="4114800" lvl="8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7"/>
          <p:cNvSpPr txBox="1">
            <a:spLocks noGrp="1"/>
          </p:cNvSpPr>
          <p:nvPr>
            <p:ph type="body" idx="2"/>
          </p:nvPr>
        </p:nvSpPr>
        <p:spPr>
          <a:xfrm>
            <a:off x="5186292" y="4408274"/>
            <a:ext cx="5935500" cy="38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100"/>
              <a:buNone/>
              <a:defRPr sz="2400">
                <a:solidFill>
                  <a:schemeClr val="lt1"/>
                </a:solidFill>
              </a:defRPr>
            </a:lvl1pPr>
            <a:lvl2pPr marL="914400" lvl="1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2pPr>
            <a:lvl3pPr marL="1371600" lvl="2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3pPr>
            <a:lvl4pPr marL="1828800" lvl="3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4pPr>
            <a:lvl5pPr marL="2286000" lvl="4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5pPr>
            <a:lvl6pPr marL="2743200" lvl="5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marL="3200400" lvl="6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marL="3657600" lvl="7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marL="4114800" lvl="8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>
            <a:endParaRPr/>
          </a:p>
        </p:txBody>
      </p:sp>
      <p:pic>
        <p:nvPicPr>
          <p:cNvPr id="60" name="Google Shape;60;p7"/>
          <p:cNvPicPr preferRelativeResize="0"/>
          <p:nvPr/>
        </p:nvPicPr>
        <p:blipFill rotWithShape="1">
          <a:blip r:embed="rId2">
            <a:alphaModFix/>
          </a:blip>
          <a:srcRect b="52284"/>
          <a:stretch/>
        </p:blipFill>
        <p:spPr>
          <a:xfrm>
            <a:off x="5203087" y="2168490"/>
            <a:ext cx="4134491" cy="11420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and Text">
  <p:cSld name="Image and 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8"/>
          <p:cNvSpPr>
            <a:spLocks noGrp="1"/>
          </p:cNvSpPr>
          <p:nvPr>
            <p:ph type="pic" idx="2"/>
          </p:nvPr>
        </p:nvSpPr>
        <p:spPr>
          <a:xfrm>
            <a:off x="656074" y="1221319"/>
            <a:ext cx="7743900" cy="4940400"/>
          </a:xfrm>
          <a:prstGeom prst="rect">
            <a:avLst/>
          </a:prstGeom>
          <a:noFill/>
          <a:ln>
            <a:noFill/>
          </a:ln>
        </p:spPr>
      </p:sp>
      <p:sp>
        <p:nvSpPr>
          <p:cNvPr id="63" name="Google Shape;63;p8"/>
          <p:cNvSpPr txBox="1">
            <a:spLocks noGrp="1"/>
          </p:cNvSpPr>
          <p:nvPr>
            <p:ph type="body" idx="1"/>
          </p:nvPr>
        </p:nvSpPr>
        <p:spPr>
          <a:xfrm>
            <a:off x="8592277" y="1221318"/>
            <a:ext cx="2924400" cy="494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700"/>
              <a:buNone/>
              <a:defRPr sz="2100">
                <a:solidFill>
                  <a:schemeClr val="dk1"/>
                </a:solidFill>
              </a:defRPr>
            </a:lvl1pPr>
            <a:lvl2pPr marL="914400" lvl="1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2pPr>
            <a:lvl3pPr marL="1371600" lvl="2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3pPr>
            <a:lvl4pPr marL="1828800" lvl="3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4pPr>
            <a:lvl5pPr marL="2286000" lvl="4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5pPr>
            <a:lvl6pPr marL="2743200" lvl="5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marL="3200400" lvl="6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marL="3657600" lvl="7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marL="4114800" lvl="8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>
            <a:endParaRPr/>
          </a:p>
        </p:txBody>
      </p:sp>
      <p:sp>
        <p:nvSpPr>
          <p:cNvPr id="64" name="Google Shape;64;p8"/>
          <p:cNvSpPr txBox="1">
            <a:spLocks noGrp="1"/>
          </p:cNvSpPr>
          <p:nvPr>
            <p:ph type="sldNum" idx="12"/>
          </p:nvPr>
        </p:nvSpPr>
        <p:spPr>
          <a:xfrm>
            <a:off x="10896533" y="6308723"/>
            <a:ext cx="620400" cy="3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5" name="Google Shape;65;p8"/>
          <p:cNvSpPr txBox="1">
            <a:spLocks noGrp="1"/>
          </p:cNvSpPr>
          <p:nvPr>
            <p:ph type="title"/>
          </p:nvPr>
        </p:nvSpPr>
        <p:spPr>
          <a:xfrm>
            <a:off x="666751" y="366186"/>
            <a:ext cx="10850100" cy="7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200"/>
              <a:buFont typeface="Arial"/>
              <a:buNone/>
              <a:defRPr>
                <a:solidFill>
                  <a:schemeClr val="accent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"/>
          <p:cNvSpPr txBox="1">
            <a:spLocks noGrp="1"/>
          </p:cNvSpPr>
          <p:nvPr>
            <p:ph type="body" idx="3"/>
          </p:nvPr>
        </p:nvSpPr>
        <p:spPr>
          <a:xfrm>
            <a:off x="2244695" y="6308723"/>
            <a:ext cx="8512500" cy="3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1600">
                <a:solidFill>
                  <a:schemeClr val="lt2"/>
                </a:solidFill>
              </a:defRPr>
            </a:lvl1pPr>
            <a:lvl2pPr marL="914400" lvl="1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2pPr>
            <a:lvl3pPr marL="1371600" lvl="2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3pPr>
            <a:lvl4pPr marL="1828800" lvl="3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4pPr>
            <a:lvl5pPr marL="2286000" lvl="4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5pPr>
            <a:lvl6pPr marL="2743200" lvl="5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marL="3200400" lvl="6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marL="3657600" lvl="7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marL="4114800" lvl="8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and Caption">
  <p:cSld name="Image and Caption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9"/>
          <p:cNvSpPr>
            <a:spLocks noGrp="1"/>
          </p:cNvSpPr>
          <p:nvPr>
            <p:ph type="pic" idx="2"/>
          </p:nvPr>
        </p:nvSpPr>
        <p:spPr>
          <a:xfrm>
            <a:off x="656074" y="1221318"/>
            <a:ext cx="10860900" cy="4457700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9"/>
          <p:cNvSpPr txBox="1">
            <a:spLocks noGrp="1"/>
          </p:cNvSpPr>
          <p:nvPr>
            <p:ph type="body" idx="1"/>
          </p:nvPr>
        </p:nvSpPr>
        <p:spPr>
          <a:xfrm>
            <a:off x="665645" y="5678867"/>
            <a:ext cx="10860900" cy="45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700"/>
              <a:buNone/>
              <a:defRPr sz="2100">
                <a:solidFill>
                  <a:schemeClr val="lt2"/>
                </a:solidFill>
              </a:defRPr>
            </a:lvl1pPr>
            <a:lvl2pPr marL="914400" lvl="1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2pPr>
            <a:lvl3pPr marL="1371600" lvl="2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3pPr>
            <a:lvl4pPr marL="1828800" lvl="3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4pPr>
            <a:lvl5pPr marL="2286000" lvl="4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5pPr>
            <a:lvl6pPr marL="2743200" lvl="5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marL="3200400" lvl="6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marL="3657600" lvl="7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marL="4114800" lvl="8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>
            <a:endParaRPr/>
          </a:p>
        </p:txBody>
      </p:sp>
      <p:sp>
        <p:nvSpPr>
          <p:cNvPr id="70" name="Google Shape;70;p9"/>
          <p:cNvSpPr txBox="1">
            <a:spLocks noGrp="1"/>
          </p:cNvSpPr>
          <p:nvPr>
            <p:ph type="sldNum" idx="12"/>
          </p:nvPr>
        </p:nvSpPr>
        <p:spPr>
          <a:xfrm>
            <a:off x="10896533" y="6308723"/>
            <a:ext cx="620400" cy="3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1" name="Google Shape;71;p9"/>
          <p:cNvSpPr txBox="1">
            <a:spLocks noGrp="1"/>
          </p:cNvSpPr>
          <p:nvPr>
            <p:ph type="title"/>
          </p:nvPr>
        </p:nvSpPr>
        <p:spPr>
          <a:xfrm>
            <a:off x="666751" y="366186"/>
            <a:ext cx="10850100" cy="7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200"/>
              <a:buFont typeface="Arial"/>
              <a:buNone/>
              <a:defRPr>
                <a:solidFill>
                  <a:schemeClr val="accent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9"/>
          <p:cNvSpPr txBox="1">
            <a:spLocks noGrp="1"/>
          </p:cNvSpPr>
          <p:nvPr>
            <p:ph type="body" idx="3"/>
          </p:nvPr>
        </p:nvSpPr>
        <p:spPr>
          <a:xfrm>
            <a:off x="2244695" y="6308723"/>
            <a:ext cx="8512500" cy="3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1600">
                <a:solidFill>
                  <a:schemeClr val="lt2"/>
                </a:solidFill>
              </a:defRPr>
            </a:lvl1pPr>
            <a:lvl2pPr marL="914400" lvl="1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2pPr>
            <a:lvl3pPr marL="1371600" lvl="2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3pPr>
            <a:lvl4pPr marL="1828800" lvl="3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4pPr>
            <a:lvl5pPr marL="2286000" lvl="4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5pPr>
            <a:lvl6pPr marL="2743200" lvl="5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marL="3200400" lvl="6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marL="3657600" lvl="7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marL="4114800" lvl="8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Images with Captions">
  <p:cSld name="2 Images with Captions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0"/>
          <p:cNvSpPr>
            <a:spLocks noGrp="1"/>
          </p:cNvSpPr>
          <p:nvPr>
            <p:ph type="pic" idx="2"/>
          </p:nvPr>
        </p:nvSpPr>
        <p:spPr>
          <a:xfrm>
            <a:off x="666751" y="1221317"/>
            <a:ext cx="5247300" cy="4402800"/>
          </a:xfrm>
          <a:prstGeom prst="rect">
            <a:avLst/>
          </a:prstGeom>
          <a:noFill/>
          <a:ln>
            <a:noFill/>
          </a:ln>
        </p:spPr>
      </p:sp>
      <p:sp>
        <p:nvSpPr>
          <p:cNvPr id="75" name="Google Shape;75;p10"/>
          <p:cNvSpPr txBox="1">
            <a:spLocks noGrp="1"/>
          </p:cNvSpPr>
          <p:nvPr>
            <p:ph type="body" idx="1"/>
          </p:nvPr>
        </p:nvSpPr>
        <p:spPr>
          <a:xfrm>
            <a:off x="681525" y="5624064"/>
            <a:ext cx="5232300" cy="45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None/>
              <a:defRPr sz="1900">
                <a:solidFill>
                  <a:schemeClr val="lt2"/>
                </a:solidFill>
              </a:defRPr>
            </a:lvl1pPr>
            <a:lvl2pPr marL="914400" lvl="1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2pPr>
            <a:lvl3pPr marL="1371600" lvl="2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3pPr>
            <a:lvl4pPr marL="1828800" lvl="3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4pPr>
            <a:lvl5pPr marL="2286000" lvl="4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5pPr>
            <a:lvl6pPr marL="2743200" lvl="5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marL="3200400" lvl="6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marL="3657600" lvl="7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marL="4114800" lvl="8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>
            <a:endParaRPr/>
          </a:p>
        </p:txBody>
      </p:sp>
      <p:sp>
        <p:nvSpPr>
          <p:cNvPr id="76" name="Google Shape;76;p10"/>
          <p:cNvSpPr txBox="1">
            <a:spLocks noGrp="1"/>
          </p:cNvSpPr>
          <p:nvPr>
            <p:ph type="sldNum" idx="12"/>
          </p:nvPr>
        </p:nvSpPr>
        <p:spPr>
          <a:xfrm>
            <a:off x="10896533" y="6308723"/>
            <a:ext cx="620400" cy="3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7" name="Google Shape;77;p10"/>
          <p:cNvSpPr txBox="1">
            <a:spLocks noGrp="1"/>
          </p:cNvSpPr>
          <p:nvPr>
            <p:ph type="title"/>
          </p:nvPr>
        </p:nvSpPr>
        <p:spPr>
          <a:xfrm>
            <a:off x="666751" y="366186"/>
            <a:ext cx="10850100" cy="7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200"/>
              <a:buFont typeface="Arial"/>
              <a:buNone/>
              <a:defRPr>
                <a:solidFill>
                  <a:schemeClr val="accent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0"/>
          <p:cNvSpPr>
            <a:spLocks noGrp="1"/>
          </p:cNvSpPr>
          <p:nvPr>
            <p:ph type="pic" idx="3"/>
          </p:nvPr>
        </p:nvSpPr>
        <p:spPr>
          <a:xfrm>
            <a:off x="6288618" y="1221317"/>
            <a:ext cx="5220900" cy="4388100"/>
          </a:xfrm>
          <a:prstGeom prst="rect">
            <a:avLst/>
          </a:prstGeom>
          <a:noFill/>
          <a:ln>
            <a:noFill/>
          </a:ln>
        </p:spPr>
      </p:sp>
      <p:sp>
        <p:nvSpPr>
          <p:cNvPr id="79" name="Google Shape;79;p10"/>
          <p:cNvSpPr txBox="1">
            <a:spLocks noGrp="1"/>
          </p:cNvSpPr>
          <p:nvPr>
            <p:ph type="body" idx="4"/>
          </p:nvPr>
        </p:nvSpPr>
        <p:spPr>
          <a:xfrm>
            <a:off x="6299598" y="5609295"/>
            <a:ext cx="5220900" cy="45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None/>
              <a:defRPr sz="1900">
                <a:solidFill>
                  <a:schemeClr val="lt2"/>
                </a:solidFill>
              </a:defRPr>
            </a:lvl1pPr>
            <a:lvl2pPr marL="914400" lvl="1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2pPr>
            <a:lvl3pPr marL="1371600" lvl="2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3pPr>
            <a:lvl4pPr marL="1828800" lvl="3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4pPr>
            <a:lvl5pPr marL="2286000" lvl="4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5pPr>
            <a:lvl6pPr marL="2743200" lvl="5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marL="3200400" lvl="6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marL="3657600" lvl="7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marL="4114800" lvl="8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10"/>
          <p:cNvSpPr txBox="1">
            <a:spLocks noGrp="1"/>
          </p:cNvSpPr>
          <p:nvPr>
            <p:ph type="body" idx="5"/>
          </p:nvPr>
        </p:nvSpPr>
        <p:spPr>
          <a:xfrm>
            <a:off x="2244695" y="6308723"/>
            <a:ext cx="8512500" cy="3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1600">
                <a:solidFill>
                  <a:schemeClr val="lt2"/>
                </a:solidFill>
              </a:defRPr>
            </a:lvl1pPr>
            <a:lvl2pPr marL="914400" lvl="1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2pPr>
            <a:lvl3pPr marL="1371600" lvl="2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3pPr>
            <a:lvl4pPr marL="1828800" lvl="3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4pPr>
            <a:lvl5pPr marL="2286000" lvl="4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5pPr>
            <a:lvl6pPr marL="2743200" lvl="5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marL="3200400" lvl="6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marL="3657600" lvl="7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marL="4114800" lvl="8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Images with Captions">
  <p:cSld name="3 Images with Captions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1"/>
          <p:cNvSpPr>
            <a:spLocks noGrp="1"/>
          </p:cNvSpPr>
          <p:nvPr>
            <p:ph type="pic" idx="2"/>
          </p:nvPr>
        </p:nvSpPr>
        <p:spPr>
          <a:xfrm>
            <a:off x="656074" y="1221318"/>
            <a:ext cx="3519600" cy="4284000"/>
          </a:xfrm>
          <a:prstGeom prst="rect">
            <a:avLst/>
          </a:prstGeom>
          <a:noFill/>
          <a:ln>
            <a:noFill/>
          </a:ln>
        </p:spPr>
      </p:sp>
      <p:sp>
        <p:nvSpPr>
          <p:cNvPr id="83" name="Google Shape;83;p11"/>
          <p:cNvSpPr txBox="1">
            <a:spLocks noGrp="1"/>
          </p:cNvSpPr>
          <p:nvPr>
            <p:ph type="body" idx="1"/>
          </p:nvPr>
        </p:nvSpPr>
        <p:spPr>
          <a:xfrm>
            <a:off x="656074" y="5505449"/>
            <a:ext cx="3519600" cy="45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None/>
              <a:defRPr sz="1900">
                <a:solidFill>
                  <a:schemeClr val="lt2"/>
                </a:solidFill>
              </a:defRPr>
            </a:lvl1pPr>
            <a:lvl2pPr marL="914400" lvl="1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2pPr>
            <a:lvl3pPr marL="1371600" lvl="2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3pPr>
            <a:lvl4pPr marL="1828800" lvl="3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4pPr>
            <a:lvl5pPr marL="2286000" lvl="4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5pPr>
            <a:lvl6pPr marL="2743200" lvl="5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marL="3200400" lvl="6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marL="3657600" lvl="7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marL="4114800" lvl="8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1"/>
          <p:cNvSpPr txBox="1">
            <a:spLocks noGrp="1"/>
          </p:cNvSpPr>
          <p:nvPr>
            <p:ph type="sldNum" idx="12"/>
          </p:nvPr>
        </p:nvSpPr>
        <p:spPr>
          <a:xfrm>
            <a:off x="10896533" y="6308723"/>
            <a:ext cx="620400" cy="3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5" name="Google Shape;85;p11"/>
          <p:cNvSpPr txBox="1">
            <a:spLocks noGrp="1"/>
          </p:cNvSpPr>
          <p:nvPr>
            <p:ph type="title"/>
          </p:nvPr>
        </p:nvSpPr>
        <p:spPr>
          <a:xfrm>
            <a:off x="666751" y="366186"/>
            <a:ext cx="10850100" cy="7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200"/>
              <a:buFont typeface="Arial"/>
              <a:buNone/>
              <a:defRPr>
                <a:solidFill>
                  <a:schemeClr val="accent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1"/>
          <p:cNvSpPr>
            <a:spLocks noGrp="1"/>
          </p:cNvSpPr>
          <p:nvPr>
            <p:ph type="pic" idx="3"/>
          </p:nvPr>
        </p:nvSpPr>
        <p:spPr>
          <a:xfrm>
            <a:off x="4319770" y="1221318"/>
            <a:ext cx="3519600" cy="4284000"/>
          </a:xfrm>
          <a:prstGeom prst="rect">
            <a:avLst/>
          </a:prstGeom>
          <a:noFill/>
          <a:ln>
            <a:noFill/>
          </a:ln>
        </p:spPr>
      </p:sp>
      <p:sp>
        <p:nvSpPr>
          <p:cNvPr id="87" name="Google Shape;87;p11"/>
          <p:cNvSpPr txBox="1">
            <a:spLocks noGrp="1"/>
          </p:cNvSpPr>
          <p:nvPr>
            <p:ph type="body" idx="4"/>
          </p:nvPr>
        </p:nvSpPr>
        <p:spPr>
          <a:xfrm>
            <a:off x="4319770" y="5505449"/>
            <a:ext cx="3519600" cy="45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None/>
              <a:defRPr sz="1900">
                <a:solidFill>
                  <a:schemeClr val="lt2"/>
                </a:solidFill>
              </a:defRPr>
            </a:lvl1pPr>
            <a:lvl2pPr marL="914400" lvl="1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2pPr>
            <a:lvl3pPr marL="1371600" lvl="2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3pPr>
            <a:lvl4pPr marL="1828800" lvl="3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4pPr>
            <a:lvl5pPr marL="2286000" lvl="4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5pPr>
            <a:lvl6pPr marL="2743200" lvl="5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marL="3200400" lvl="6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marL="3657600" lvl="7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marL="4114800" lvl="8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>
            <a:endParaRPr/>
          </a:p>
        </p:txBody>
      </p:sp>
      <p:sp>
        <p:nvSpPr>
          <p:cNvPr id="88" name="Google Shape;88;p11"/>
          <p:cNvSpPr>
            <a:spLocks noGrp="1"/>
          </p:cNvSpPr>
          <p:nvPr>
            <p:ph type="pic" idx="5"/>
          </p:nvPr>
        </p:nvSpPr>
        <p:spPr>
          <a:xfrm>
            <a:off x="7983466" y="1221318"/>
            <a:ext cx="3519600" cy="4284000"/>
          </a:xfrm>
          <a:prstGeom prst="rect">
            <a:avLst/>
          </a:prstGeom>
          <a:noFill/>
          <a:ln>
            <a:noFill/>
          </a:ln>
        </p:spPr>
      </p:sp>
      <p:sp>
        <p:nvSpPr>
          <p:cNvPr id="89" name="Google Shape;89;p11"/>
          <p:cNvSpPr txBox="1">
            <a:spLocks noGrp="1"/>
          </p:cNvSpPr>
          <p:nvPr>
            <p:ph type="body" idx="6"/>
          </p:nvPr>
        </p:nvSpPr>
        <p:spPr>
          <a:xfrm>
            <a:off x="7983466" y="5505449"/>
            <a:ext cx="3519600" cy="45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None/>
              <a:defRPr sz="1900">
                <a:solidFill>
                  <a:schemeClr val="lt2"/>
                </a:solidFill>
              </a:defRPr>
            </a:lvl1pPr>
            <a:lvl2pPr marL="914400" lvl="1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2pPr>
            <a:lvl3pPr marL="1371600" lvl="2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3pPr>
            <a:lvl4pPr marL="1828800" lvl="3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4pPr>
            <a:lvl5pPr marL="2286000" lvl="4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5pPr>
            <a:lvl6pPr marL="2743200" lvl="5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marL="3200400" lvl="6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marL="3657600" lvl="7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marL="4114800" lvl="8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>
            <a:endParaRPr/>
          </a:p>
        </p:txBody>
      </p:sp>
      <p:sp>
        <p:nvSpPr>
          <p:cNvPr id="90" name="Google Shape;90;p11"/>
          <p:cNvSpPr txBox="1">
            <a:spLocks noGrp="1"/>
          </p:cNvSpPr>
          <p:nvPr>
            <p:ph type="body" idx="7"/>
          </p:nvPr>
        </p:nvSpPr>
        <p:spPr>
          <a:xfrm>
            <a:off x="2244695" y="6308723"/>
            <a:ext cx="8512500" cy="3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1600">
                <a:solidFill>
                  <a:schemeClr val="lt2"/>
                </a:solidFill>
              </a:defRPr>
            </a:lvl1pPr>
            <a:lvl2pPr marL="914400" lvl="1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2pPr>
            <a:lvl3pPr marL="1371600" lvl="2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3pPr>
            <a:lvl4pPr marL="1828800" lvl="3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4pPr>
            <a:lvl5pPr marL="2286000" lvl="4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5pPr>
            <a:lvl6pPr marL="2743200" lvl="5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marL="3200400" lvl="6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marL="3657600" lvl="7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marL="4114800" lvl="8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and Chart">
  <p:cSld name="Text and Chart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2"/>
          <p:cNvSpPr txBox="1">
            <a:spLocks noGrp="1"/>
          </p:cNvSpPr>
          <p:nvPr>
            <p:ph type="body" idx="1"/>
          </p:nvPr>
        </p:nvSpPr>
        <p:spPr>
          <a:xfrm>
            <a:off x="666751" y="1221319"/>
            <a:ext cx="3509100" cy="494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•"/>
              <a:defRPr/>
            </a:lvl1pPr>
            <a:lvl2pPr marL="914400" lvl="1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2pPr>
            <a:lvl3pPr marL="1371600" lvl="2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3pPr>
            <a:lvl4pPr marL="1828800" lvl="3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4pPr>
            <a:lvl5pPr marL="2286000" lvl="4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5pPr>
            <a:lvl6pPr marL="2743200" lvl="5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marL="3200400" lvl="6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marL="3657600" lvl="7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marL="4114800" lvl="8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>
            <a:endParaRPr/>
          </a:p>
        </p:txBody>
      </p:sp>
      <p:sp>
        <p:nvSpPr>
          <p:cNvPr id="93" name="Google Shape;93;p12"/>
          <p:cNvSpPr>
            <a:spLocks noGrp="1"/>
          </p:cNvSpPr>
          <p:nvPr>
            <p:ph type="chart" idx="2"/>
          </p:nvPr>
        </p:nvSpPr>
        <p:spPr>
          <a:xfrm>
            <a:off x="4367809" y="1221319"/>
            <a:ext cx="7157700" cy="494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3100"/>
              <a:buFont typeface="Arial"/>
              <a:buNone/>
              <a:defRPr sz="24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700"/>
              <a:buFont typeface="NTR"/>
              <a:buChar char="-"/>
              <a:defRPr sz="21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700"/>
              <a:buFont typeface="NTR"/>
              <a:buChar char="-"/>
              <a:defRPr sz="21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700"/>
              <a:buFont typeface="NTR"/>
              <a:buChar char="-"/>
              <a:defRPr sz="21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700"/>
              <a:buFont typeface="NTR"/>
              <a:buChar char="-"/>
              <a:defRPr sz="15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4" name="Google Shape;94;p12"/>
          <p:cNvSpPr txBox="1">
            <a:spLocks noGrp="1"/>
          </p:cNvSpPr>
          <p:nvPr>
            <p:ph type="sldNum" idx="12"/>
          </p:nvPr>
        </p:nvSpPr>
        <p:spPr>
          <a:xfrm>
            <a:off x="10896533" y="6308723"/>
            <a:ext cx="620400" cy="3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5" name="Google Shape;95;p12"/>
          <p:cNvSpPr txBox="1">
            <a:spLocks noGrp="1"/>
          </p:cNvSpPr>
          <p:nvPr>
            <p:ph type="title"/>
          </p:nvPr>
        </p:nvSpPr>
        <p:spPr>
          <a:xfrm>
            <a:off x="666751" y="366186"/>
            <a:ext cx="10850100" cy="7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200"/>
              <a:buFont typeface="Arial"/>
              <a:buNone/>
              <a:defRPr>
                <a:solidFill>
                  <a:schemeClr val="accent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12"/>
          <p:cNvSpPr txBox="1">
            <a:spLocks noGrp="1"/>
          </p:cNvSpPr>
          <p:nvPr>
            <p:ph type="body" idx="3"/>
          </p:nvPr>
        </p:nvSpPr>
        <p:spPr>
          <a:xfrm>
            <a:off x="2244695" y="6308723"/>
            <a:ext cx="8512500" cy="3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1600">
                <a:solidFill>
                  <a:schemeClr val="lt2"/>
                </a:solidFill>
              </a:defRPr>
            </a:lvl1pPr>
            <a:lvl2pPr marL="914400" lvl="1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2pPr>
            <a:lvl3pPr marL="1371600" lvl="2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3pPr>
            <a:lvl4pPr marL="1828800" lvl="3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4pPr>
            <a:lvl5pPr marL="2286000" lvl="4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5pPr>
            <a:lvl6pPr marL="2743200" lvl="5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marL="3200400" lvl="6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marL="3657600" lvl="7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marL="4114800" lvl="8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hart">
  <p:cSld name="Chart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3"/>
          <p:cNvSpPr>
            <a:spLocks noGrp="1"/>
          </p:cNvSpPr>
          <p:nvPr>
            <p:ph type="chart" idx="2"/>
          </p:nvPr>
        </p:nvSpPr>
        <p:spPr>
          <a:xfrm>
            <a:off x="666751" y="1808992"/>
            <a:ext cx="10858500" cy="43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3100"/>
              <a:buFont typeface="Arial"/>
              <a:buNone/>
              <a:defRPr sz="24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700"/>
              <a:buFont typeface="NTR"/>
              <a:buChar char="-"/>
              <a:defRPr sz="21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700"/>
              <a:buFont typeface="NTR"/>
              <a:buChar char="-"/>
              <a:defRPr sz="21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700"/>
              <a:buFont typeface="NTR"/>
              <a:buChar char="-"/>
              <a:defRPr sz="21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700"/>
              <a:buFont typeface="NTR"/>
              <a:buChar char="-"/>
              <a:defRPr sz="15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9" name="Google Shape;99;p13"/>
          <p:cNvSpPr txBox="1">
            <a:spLocks noGrp="1"/>
          </p:cNvSpPr>
          <p:nvPr>
            <p:ph type="sldNum" idx="12"/>
          </p:nvPr>
        </p:nvSpPr>
        <p:spPr>
          <a:xfrm>
            <a:off x="10896533" y="6308723"/>
            <a:ext cx="620400" cy="3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0" name="Google Shape;100;p13"/>
          <p:cNvSpPr txBox="1">
            <a:spLocks noGrp="1"/>
          </p:cNvSpPr>
          <p:nvPr>
            <p:ph type="title"/>
          </p:nvPr>
        </p:nvSpPr>
        <p:spPr>
          <a:xfrm>
            <a:off x="666751" y="366186"/>
            <a:ext cx="10850100" cy="7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200"/>
              <a:buFont typeface="Arial"/>
              <a:buNone/>
              <a:defRPr>
                <a:solidFill>
                  <a:schemeClr val="accent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13"/>
          <p:cNvSpPr txBox="1">
            <a:spLocks noGrp="1"/>
          </p:cNvSpPr>
          <p:nvPr>
            <p:ph type="body" idx="1"/>
          </p:nvPr>
        </p:nvSpPr>
        <p:spPr>
          <a:xfrm>
            <a:off x="656073" y="1221318"/>
            <a:ext cx="10869300" cy="44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100"/>
              <a:buNone/>
              <a:defRPr/>
            </a:lvl1pPr>
            <a:lvl2pPr marL="914400" lvl="1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2pPr>
            <a:lvl3pPr marL="1371600" lvl="2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3pPr>
            <a:lvl4pPr marL="1828800" lvl="3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4pPr>
            <a:lvl5pPr marL="2286000" lvl="4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5pPr>
            <a:lvl6pPr marL="2743200" lvl="5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marL="3200400" lvl="6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marL="3657600" lvl="7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marL="4114800" lvl="8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>
            <a:endParaRPr/>
          </a:p>
        </p:txBody>
      </p:sp>
      <p:sp>
        <p:nvSpPr>
          <p:cNvPr id="102" name="Google Shape;102;p13"/>
          <p:cNvSpPr txBox="1">
            <a:spLocks noGrp="1"/>
          </p:cNvSpPr>
          <p:nvPr>
            <p:ph type="body" idx="3"/>
          </p:nvPr>
        </p:nvSpPr>
        <p:spPr>
          <a:xfrm>
            <a:off x="2244695" y="6308723"/>
            <a:ext cx="8512500" cy="3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1600">
                <a:solidFill>
                  <a:schemeClr val="lt2"/>
                </a:solidFill>
              </a:defRPr>
            </a:lvl1pPr>
            <a:lvl2pPr marL="914400" lvl="1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2pPr>
            <a:lvl3pPr marL="1371600" lvl="2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3pPr>
            <a:lvl4pPr marL="1828800" lvl="3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4pPr>
            <a:lvl5pPr marL="2286000" lvl="4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5pPr>
            <a:lvl6pPr marL="2743200" lvl="5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marL="3200400" lvl="6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marL="3657600" lvl="7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marL="4114800" lvl="8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ullets">
  <p:cSld name="Title and Bullets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4"/>
          <p:cNvSpPr txBox="1">
            <a:spLocks noGrp="1"/>
          </p:cNvSpPr>
          <p:nvPr>
            <p:ph type="sldNum" idx="12"/>
          </p:nvPr>
        </p:nvSpPr>
        <p:spPr>
          <a:xfrm>
            <a:off x="10896533" y="6308723"/>
            <a:ext cx="620400" cy="3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5" name="Google Shape;105;p14"/>
          <p:cNvSpPr txBox="1">
            <a:spLocks noGrp="1"/>
          </p:cNvSpPr>
          <p:nvPr>
            <p:ph type="title"/>
          </p:nvPr>
        </p:nvSpPr>
        <p:spPr>
          <a:xfrm>
            <a:off x="666751" y="366186"/>
            <a:ext cx="10850100" cy="7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200"/>
              <a:buFont typeface="Arial"/>
              <a:buNone/>
              <a:defRPr>
                <a:solidFill>
                  <a:schemeClr val="accent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14"/>
          <p:cNvSpPr txBox="1">
            <a:spLocks noGrp="1"/>
          </p:cNvSpPr>
          <p:nvPr>
            <p:ph type="body" idx="1"/>
          </p:nvPr>
        </p:nvSpPr>
        <p:spPr>
          <a:xfrm>
            <a:off x="2244695" y="6308723"/>
            <a:ext cx="8512500" cy="3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1600">
                <a:solidFill>
                  <a:schemeClr val="lt2"/>
                </a:solidFill>
              </a:defRPr>
            </a:lvl1pPr>
            <a:lvl2pPr marL="914400" lvl="1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2pPr>
            <a:lvl3pPr marL="1371600" lvl="2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3pPr>
            <a:lvl4pPr marL="1828800" lvl="3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4pPr>
            <a:lvl5pPr marL="2286000" lvl="4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5pPr>
            <a:lvl6pPr marL="2743200" lvl="5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marL="3200400" lvl="6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marL="3657600" lvl="7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marL="4114800" lvl="8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>
            <a:endParaRPr/>
          </a:p>
        </p:txBody>
      </p:sp>
      <p:sp>
        <p:nvSpPr>
          <p:cNvPr id="107" name="Google Shape;107;p14"/>
          <p:cNvSpPr txBox="1">
            <a:spLocks noGrp="1"/>
          </p:cNvSpPr>
          <p:nvPr>
            <p:ph type="body" idx="2"/>
          </p:nvPr>
        </p:nvSpPr>
        <p:spPr>
          <a:xfrm>
            <a:off x="666751" y="1221319"/>
            <a:ext cx="10850100" cy="494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•"/>
              <a:defRPr/>
            </a:lvl1pPr>
            <a:lvl2pPr marL="914400" lvl="1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2pPr>
            <a:lvl3pPr marL="1371600" lvl="2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3pPr>
            <a:lvl4pPr marL="1828800" lvl="3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4pPr>
            <a:lvl5pPr marL="2286000" lvl="4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5pPr>
            <a:lvl6pPr marL="2743200" lvl="5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marL="3200400" lvl="6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marL="3657600" lvl="7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marL="4114800" lvl="8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ull Image">
  <p:cSld name="Full Image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libri"/>
              <a:buNone/>
            </a:pPr>
            <a:endParaRPr sz="2400" b="0" i="0" u="none" strike="noStrike" cap="none">
              <a:solidFill>
                <a:srgbClr val="EFEF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5"/>
          <p:cNvSpPr txBox="1">
            <a:spLocks noGrp="1"/>
          </p:cNvSpPr>
          <p:nvPr>
            <p:ph type="sldNum" idx="12"/>
          </p:nvPr>
        </p:nvSpPr>
        <p:spPr>
          <a:xfrm>
            <a:off x="10896533" y="6308723"/>
            <a:ext cx="620400" cy="3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1" name="Google Shape;111;p15"/>
          <p:cNvSpPr txBox="1">
            <a:spLocks noGrp="1"/>
          </p:cNvSpPr>
          <p:nvPr>
            <p:ph type="title"/>
          </p:nvPr>
        </p:nvSpPr>
        <p:spPr>
          <a:xfrm>
            <a:off x="666751" y="366186"/>
            <a:ext cx="10850100" cy="7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15"/>
          <p:cNvSpPr txBox="1">
            <a:spLocks noGrp="1"/>
          </p:cNvSpPr>
          <p:nvPr>
            <p:ph type="body" idx="1"/>
          </p:nvPr>
        </p:nvSpPr>
        <p:spPr>
          <a:xfrm>
            <a:off x="2244695" y="6308723"/>
            <a:ext cx="8512500" cy="3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1600">
                <a:solidFill>
                  <a:srgbClr val="FFFFFF"/>
                </a:solidFill>
              </a:defRPr>
            </a:lvl1pPr>
            <a:lvl2pPr marL="914400" lvl="1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2pPr>
            <a:lvl3pPr marL="1371600" lvl="2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3pPr>
            <a:lvl4pPr marL="1828800" lvl="3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4pPr>
            <a:lvl5pPr marL="2286000" lvl="4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5pPr>
            <a:lvl6pPr marL="2743200" lvl="5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marL="3200400" lvl="6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marL="3657600" lvl="7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marL="4114800" lvl="8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>
            <a:endParaRPr/>
          </a:p>
        </p:txBody>
      </p:sp>
      <p:pic>
        <p:nvPicPr>
          <p:cNvPr id="113" name="Google Shape;113;p15"/>
          <p:cNvPicPr preferRelativeResize="0"/>
          <p:nvPr/>
        </p:nvPicPr>
        <p:blipFill rotWithShape="1">
          <a:blip r:embed="rId2">
            <a:alphaModFix/>
          </a:blip>
          <a:srcRect b="52800"/>
          <a:stretch/>
        </p:blipFill>
        <p:spPr>
          <a:xfrm>
            <a:off x="683548" y="6231502"/>
            <a:ext cx="1486355" cy="4061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4" name="Google Shape;114;p15"/>
          <p:cNvGrpSpPr/>
          <p:nvPr/>
        </p:nvGrpSpPr>
        <p:grpSpPr>
          <a:xfrm>
            <a:off x="4233" y="6761503"/>
            <a:ext cx="12191695" cy="104397"/>
            <a:chOff x="0" y="5071254"/>
            <a:chExt cx="9144000" cy="78300"/>
          </a:xfrm>
        </p:grpSpPr>
        <p:sp>
          <p:nvSpPr>
            <p:cNvPr id="115" name="Google Shape;115;p15"/>
            <p:cNvSpPr/>
            <p:nvPr/>
          </p:nvSpPr>
          <p:spPr>
            <a:xfrm>
              <a:off x="0" y="5071254"/>
              <a:ext cx="2016000" cy="78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Calibri"/>
                <a:buNone/>
              </a:pPr>
              <a:endParaRPr sz="2400" b="0" i="0" u="none" strike="noStrike" cap="none">
                <a:solidFill>
                  <a:srgbClr val="EFEFF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" name="Google Shape;116;p15"/>
            <p:cNvSpPr/>
            <p:nvPr/>
          </p:nvSpPr>
          <p:spPr>
            <a:xfrm>
              <a:off x="2016000" y="5071254"/>
              <a:ext cx="7128000" cy="78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Calibri"/>
                <a:buNone/>
              </a:pPr>
              <a:endParaRPr sz="2400" b="0" i="0" u="none" strike="noStrike" cap="none">
                <a:solidFill>
                  <a:srgbClr val="EFEFF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17" name="Google Shape;117;p15"/>
          <p:cNvCxnSpPr/>
          <p:nvPr/>
        </p:nvCxnSpPr>
        <p:spPr>
          <a:xfrm>
            <a:off x="10912828" y="6307323"/>
            <a:ext cx="0" cy="35310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18" name="Google Shape;118;p15"/>
          <p:cNvSpPr txBox="1"/>
          <p:nvPr/>
        </p:nvSpPr>
        <p:spPr>
          <a:xfrm>
            <a:off x="3797575" y="-298435"/>
            <a:ext cx="45885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75" rIns="121900" bIns="60975" anchor="t" anchorCtr="0">
            <a:normAutofit/>
          </a:bodyPr>
          <a:lstStyle/>
          <a:p>
            <a:pPr marL="0" marR="0" lvl="0" indent="0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Please insert picture from format background – picture/texture fill</a:t>
            </a:r>
            <a:endParaRPr sz="1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p-up Boxes">
  <p:cSld name="Pop-up Boxes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6"/>
          <p:cNvSpPr txBox="1">
            <a:spLocks noGrp="1"/>
          </p:cNvSpPr>
          <p:nvPr>
            <p:ph type="sldNum" idx="12"/>
          </p:nvPr>
        </p:nvSpPr>
        <p:spPr>
          <a:xfrm>
            <a:off x="10896533" y="6308723"/>
            <a:ext cx="620400" cy="3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666751" y="366186"/>
            <a:ext cx="10850100" cy="7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200"/>
              <a:buFont typeface="Arial"/>
              <a:buNone/>
              <a:defRPr>
                <a:solidFill>
                  <a:schemeClr val="accent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16"/>
          <p:cNvSpPr/>
          <p:nvPr/>
        </p:nvSpPr>
        <p:spPr>
          <a:xfrm>
            <a:off x="666750" y="1220757"/>
            <a:ext cx="5288700" cy="1204800"/>
          </a:xfrm>
          <a:prstGeom prst="rect">
            <a:avLst/>
          </a:prstGeom>
          <a:solidFill>
            <a:schemeClr val="accent3"/>
          </a:solidFill>
          <a:ln>
            <a:noFill/>
          </a:ln>
          <a:effectLst>
            <a:outerShdw blurRad="50800" dist="38100" dir="4860000" sx="101000" sy="101000" algn="tl" rotWithShape="0">
              <a:srgbClr val="73737B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libri"/>
              <a:buNone/>
            </a:pP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16"/>
          <p:cNvSpPr txBox="1">
            <a:spLocks noGrp="1"/>
          </p:cNvSpPr>
          <p:nvPr>
            <p:ph type="body" idx="1"/>
          </p:nvPr>
        </p:nvSpPr>
        <p:spPr>
          <a:xfrm>
            <a:off x="939454" y="1381373"/>
            <a:ext cx="4762500" cy="8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None/>
              <a:defRPr sz="1900">
                <a:solidFill>
                  <a:srgbClr val="FFFFFF"/>
                </a:solidFill>
              </a:defRPr>
            </a:lvl1pPr>
            <a:lvl2pPr marL="914400" lvl="1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2pPr>
            <a:lvl3pPr marL="1371600" lvl="2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3pPr>
            <a:lvl4pPr marL="1828800" lvl="3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4pPr>
            <a:lvl5pPr marL="2286000" lvl="4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5pPr>
            <a:lvl6pPr marL="2743200" lvl="5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marL="3200400" lvl="6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marL="3657600" lvl="7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marL="4114800" lvl="8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>
            <a:endParaRPr/>
          </a:p>
        </p:txBody>
      </p:sp>
      <p:sp>
        <p:nvSpPr>
          <p:cNvPr id="124" name="Google Shape;124;p16"/>
          <p:cNvSpPr/>
          <p:nvPr/>
        </p:nvSpPr>
        <p:spPr>
          <a:xfrm rot="10800000">
            <a:off x="6225201" y="1223196"/>
            <a:ext cx="5285605" cy="1401936"/>
          </a:xfrm>
          <a:custGeom>
            <a:avLst/>
            <a:gdLst/>
            <a:ahLst/>
            <a:cxnLst/>
            <a:rect l="l" t="t" r="r" b="b"/>
            <a:pathLst>
              <a:path w="3966683" h="3098200" extrusionOk="0">
                <a:moveTo>
                  <a:pt x="3966683" y="3098200"/>
                </a:moveTo>
                <a:lnTo>
                  <a:pt x="0" y="3098200"/>
                </a:lnTo>
                <a:lnTo>
                  <a:pt x="0" y="440687"/>
                </a:lnTo>
                <a:lnTo>
                  <a:pt x="568196" y="440687"/>
                </a:lnTo>
                <a:lnTo>
                  <a:pt x="809515" y="0"/>
                </a:lnTo>
                <a:lnTo>
                  <a:pt x="1050834" y="440687"/>
                </a:lnTo>
                <a:lnTo>
                  <a:pt x="3966683" y="440687"/>
                </a:lnTo>
                <a:lnTo>
                  <a:pt x="3966683" y="309820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ffectLst>
            <a:outerShdw blurRad="50800" dist="38100" dir="4860000" sx="101000" sy="101000" algn="tl" rotWithShape="0">
              <a:srgbClr val="73737B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libri"/>
              <a:buNone/>
            </a:pP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16"/>
          <p:cNvSpPr txBox="1">
            <a:spLocks noGrp="1"/>
          </p:cNvSpPr>
          <p:nvPr>
            <p:ph type="body" idx="2"/>
          </p:nvPr>
        </p:nvSpPr>
        <p:spPr>
          <a:xfrm>
            <a:off x="6516165" y="1381373"/>
            <a:ext cx="4762500" cy="8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None/>
              <a:defRPr sz="1900">
                <a:solidFill>
                  <a:srgbClr val="FFFFFF"/>
                </a:solidFill>
              </a:defRPr>
            </a:lvl1pPr>
            <a:lvl2pPr marL="914400" lvl="1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2pPr>
            <a:lvl3pPr marL="1371600" lvl="2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3pPr>
            <a:lvl4pPr marL="1828800" lvl="3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4pPr>
            <a:lvl5pPr marL="2286000" lvl="4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5pPr>
            <a:lvl6pPr marL="2743200" lvl="5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marL="3200400" lvl="6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marL="3657600" lvl="7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marL="4114800" lvl="8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>
            <a:endParaRPr/>
          </a:p>
        </p:txBody>
      </p:sp>
      <p:sp>
        <p:nvSpPr>
          <p:cNvPr id="126" name="Google Shape;126;p16"/>
          <p:cNvSpPr/>
          <p:nvPr/>
        </p:nvSpPr>
        <p:spPr>
          <a:xfrm>
            <a:off x="666750" y="2864026"/>
            <a:ext cx="5288700" cy="120480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4860000" sx="101000" sy="101000" algn="tl" rotWithShape="0">
              <a:srgbClr val="73737B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libri"/>
              <a:buNone/>
            </a:pP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16"/>
          <p:cNvSpPr txBox="1">
            <a:spLocks noGrp="1"/>
          </p:cNvSpPr>
          <p:nvPr>
            <p:ph type="body" idx="3"/>
          </p:nvPr>
        </p:nvSpPr>
        <p:spPr>
          <a:xfrm>
            <a:off x="939454" y="3024642"/>
            <a:ext cx="4762500" cy="8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None/>
              <a:defRPr sz="1900">
                <a:solidFill>
                  <a:srgbClr val="FFFFFF"/>
                </a:solidFill>
              </a:defRPr>
            </a:lvl1pPr>
            <a:lvl2pPr marL="914400" lvl="1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2pPr>
            <a:lvl3pPr marL="1371600" lvl="2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3pPr>
            <a:lvl4pPr marL="1828800" lvl="3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4pPr>
            <a:lvl5pPr marL="2286000" lvl="4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5pPr>
            <a:lvl6pPr marL="2743200" lvl="5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marL="3200400" lvl="6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marL="3657600" lvl="7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marL="4114800" lvl="8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>
            <a:endParaRPr/>
          </a:p>
        </p:txBody>
      </p:sp>
      <p:sp>
        <p:nvSpPr>
          <p:cNvPr id="128" name="Google Shape;128;p16"/>
          <p:cNvSpPr/>
          <p:nvPr/>
        </p:nvSpPr>
        <p:spPr>
          <a:xfrm rot="10800000">
            <a:off x="6225201" y="2866466"/>
            <a:ext cx="5285605" cy="1401936"/>
          </a:xfrm>
          <a:custGeom>
            <a:avLst/>
            <a:gdLst/>
            <a:ahLst/>
            <a:cxnLst/>
            <a:rect l="l" t="t" r="r" b="b"/>
            <a:pathLst>
              <a:path w="3966683" h="3098200" extrusionOk="0">
                <a:moveTo>
                  <a:pt x="3966683" y="3098200"/>
                </a:moveTo>
                <a:lnTo>
                  <a:pt x="0" y="3098200"/>
                </a:lnTo>
                <a:lnTo>
                  <a:pt x="0" y="440687"/>
                </a:lnTo>
                <a:lnTo>
                  <a:pt x="568196" y="440687"/>
                </a:lnTo>
                <a:lnTo>
                  <a:pt x="809515" y="0"/>
                </a:lnTo>
                <a:lnTo>
                  <a:pt x="1050834" y="440687"/>
                </a:lnTo>
                <a:lnTo>
                  <a:pt x="3966683" y="440687"/>
                </a:lnTo>
                <a:lnTo>
                  <a:pt x="3966683" y="30982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>
            <a:outerShdw blurRad="50800" dist="38100" dir="4860000" sx="101000" sy="101000" algn="tl" rotWithShape="0">
              <a:srgbClr val="73737B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libri"/>
              <a:buNone/>
            </a:pP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16"/>
          <p:cNvSpPr txBox="1">
            <a:spLocks noGrp="1"/>
          </p:cNvSpPr>
          <p:nvPr>
            <p:ph type="body" idx="4"/>
          </p:nvPr>
        </p:nvSpPr>
        <p:spPr>
          <a:xfrm>
            <a:off x="6516165" y="3024642"/>
            <a:ext cx="4762500" cy="8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None/>
              <a:defRPr sz="1900">
                <a:solidFill>
                  <a:srgbClr val="FFFFFF"/>
                </a:solidFill>
              </a:defRPr>
            </a:lvl1pPr>
            <a:lvl2pPr marL="914400" lvl="1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2pPr>
            <a:lvl3pPr marL="1371600" lvl="2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3pPr>
            <a:lvl4pPr marL="1828800" lvl="3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4pPr>
            <a:lvl5pPr marL="2286000" lvl="4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5pPr>
            <a:lvl6pPr marL="2743200" lvl="5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marL="3200400" lvl="6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marL="3657600" lvl="7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marL="4114800" lvl="8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>
            <a:endParaRPr/>
          </a:p>
        </p:txBody>
      </p:sp>
      <p:sp>
        <p:nvSpPr>
          <p:cNvPr id="130" name="Google Shape;130;p16"/>
          <p:cNvSpPr/>
          <p:nvPr/>
        </p:nvSpPr>
        <p:spPr>
          <a:xfrm>
            <a:off x="666750" y="4507296"/>
            <a:ext cx="5288700" cy="1204800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50800" dist="38100" dir="4860000" sx="101000" sy="101000" algn="tl" rotWithShape="0">
              <a:srgbClr val="73737B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libri"/>
              <a:buNone/>
            </a:pP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16"/>
          <p:cNvSpPr txBox="1">
            <a:spLocks noGrp="1"/>
          </p:cNvSpPr>
          <p:nvPr>
            <p:ph type="body" idx="5"/>
          </p:nvPr>
        </p:nvSpPr>
        <p:spPr>
          <a:xfrm>
            <a:off x="939454" y="4667912"/>
            <a:ext cx="4762500" cy="8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None/>
              <a:defRPr sz="1900">
                <a:solidFill>
                  <a:srgbClr val="FFFFFF"/>
                </a:solidFill>
              </a:defRPr>
            </a:lvl1pPr>
            <a:lvl2pPr marL="914400" lvl="1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2pPr>
            <a:lvl3pPr marL="1371600" lvl="2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3pPr>
            <a:lvl4pPr marL="1828800" lvl="3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4pPr>
            <a:lvl5pPr marL="2286000" lvl="4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5pPr>
            <a:lvl6pPr marL="2743200" lvl="5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marL="3200400" lvl="6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marL="3657600" lvl="7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marL="4114800" lvl="8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>
            <a:endParaRPr/>
          </a:p>
        </p:txBody>
      </p:sp>
      <p:sp>
        <p:nvSpPr>
          <p:cNvPr id="132" name="Google Shape;132;p16"/>
          <p:cNvSpPr/>
          <p:nvPr/>
        </p:nvSpPr>
        <p:spPr>
          <a:xfrm rot="10800000">
            <a:off x="6225201" y="4509735"/>
            <a:ext cx="5285605" cy="1401936"/>
          </a:xfrm>
          <a:custGeom>
            <a:avLst/>
            <a:gdLst/>
            <a:ahLst/>
            <a:cxnLst/>
            <a:rect l="l" t="t" r="r" b="b"/>
            <a:pathLst>
              <a:path w="3966683" h="3098200" extrusionOk="0">
                <a:moveTo>
                  <a:pt x="3966683" y="3098200"/>
                </a:moveTo>
                <a:lnTo>
                  <a:pt x="0" y="3098200"/>
                </a:lnTo>
                <a:lnTo>
                  <a:pt x="0" y="440687"/>
                </a:lnTo>
                <a:lnTo>
                  <a:pt x="568196" y="440687"/>
                </a:lnTo>
                <a:lnTo>
                  <a:pt x="809515" y="0"/>
                </a:lnTo>
                <a:lnTo>
                  <a:pt x="1050834" y="440687"/>
                </a:lnTo>
                <a:lnTo>
                  <a:pt x="3966683" y="440687"/>
                </a:lnTo>
                <a:lnTo>
                  <a:pt x="3966683" y="309820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  <a:effectLst>
            <a:outerShdw blurRad="50800" dist="38100" dir="4860000" sx="101000" sy="101000" algn="tl" rotWithShape="0">
              <a:srgbClr val="73737B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libri"/>
              <a:buNone/>
            </a:pP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16"/>
          <p:cNvSpPr txBox="1">
            <a:spLocks noGrp="1"/>
          </p:cNvSpPr>
          <p:nvPr>
            <p:ph type="body" idx="6"/>
          </p:nvPr>
        </p:nvSpPr>
        <p:spPr>
          <a:xfrm>
            <a:off x="6516165" y="4667912"/>
            <a:ext cx="4762500" cy="8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None/>
              <a:defRPr sz="1900">
                <a:solidFill>
                  <a:srgbClr val="FFFFFF"/>
                </a:solidFill>
              </a:defRPr>
            </a:lvl1pPr>
            <a:lvl2pPr marL="914400" lvl="1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2pPr>
            <a:lvl3pPr marL="1371600" lvl="2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3pPr>
            <a:lvl4pPr marL="1828800" lvl="3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4pPr>
            <a:lvl5pPr marL="2286000" lvl="4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5pPr>
            <a:lvl6pPr marL="2743200" lvl="5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marL="3200400" lvl="6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marL="3657600" lvl="7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marL="4114800" lvl="8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>
            <a:endParaRPr/>
          </a:p>
        </p:txBody>
      </p:sp>
      <p:sp>
        <p:nvSpPr>
          <p:cNvPr id="134" name="Google Shape;134;p16"/>
          <p:cNvSpPr txBox="1">
            <a:spLocks noGrp="1"/>
          </p:cNvSpPr>
          <p:nvPr>
            <p:ph type="body" idx="7"/>
          </p:nvPr>
        </p:nvSpPr>
        <p:spPr>
          <a:xfrm>
            <a:off x="2244695" y="6308723"/>
            <a:ext cx="8512500" cy="3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1600">
                <a:solidFill>
                  <a:schemeClr val="lt2"/>
                </a:solidFill>
              </a:defRPr>
            </a:lvl1pPr>
            <a:lvl2pPr marL="914400" lvl="1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2pPr>
            <a:lvl3pPr marL="1371600" lvl="2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3pPr>
            <a:lvl4pPr marL="1828800" lvl="3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4pPr>
            <a:lvl5pPr marL="2286000" lvl="4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5pPr>
            <a:lvl6pPr marL="2743200" lvl="5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marL="3200400" lvl="6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marL="3657600" lvl="7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marL="4114800" lvl="8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Column Text">
  <p:cSld name="2 Column Text"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7"/>
          <p:cNvSpPr txBox="1">
            <a:spLocks noGrp="1"/>
          </p:cNvSpPr>
          <p:nvPr>
            <p:ph type="body" idx="1"/>
          </p:nvPr>
        </p:nvSpPr>
        <p:spPr>
          <a:xfrm>
            <a:off x="666751" y="1784352"/>
            <a:ext cx="5247300" cy="43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4000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700"/>
              <a:buChar char="•"/>
              <a:defRPr sz="2100"/>
            </a:lvl1pPr>
            <a:lvl2pPr marL="914400" lvl="1" indent="-4000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700"/>
              <a:buChar char="-"/>
              <a:defRPr sz="2100"/>
            </a:lvl2pPr>
            <a:lvl3pPr marL="1371600" lvl="2" indent="-4000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700"/>
              <a:buChar char="-"/>
              <a:defRPr sz="2100"/>
            </a:lvl3pPr>
            <a:lvl4pPr marL="1828800" lvl="3" indent="-4000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700"/>
              <a:buChar char="-"/>
              <a:defRPr sz="2100"/>
            </a:lvl4pPr>
            <a:lvl5pPr marL="2286000" lvl="4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 sz="1900"/>
            </a:lvl5pPr>
            <a:lvl6pPr marL="2743200" lvl="5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marL="3200400" lvl="6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marL="3657600" lvl="7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marL="4114800" lvl="8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>
            <a:endParaRPr/>
          </a:p>
        </p:txBody>
      </p:sp>
      <p:sp>
        <p:nvSpPr>
          <p:cNvPr id="137" name="Google Shape;137;p17"/>
          <p:cNvSpPr txBox="1">
            <a:spLocks noGrp="1"/>
          </p:cNvSpPr>
          <p:nvPr>
            <p:ph type="body" idx="2"/>
          </p:nvPr>
        </p:nvSpPr>
        <p:spPr>
          <a:xfrm>
            <a:off x="6278038" y="1784352"/>
            <a:ext cx="5247300" cy="43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4000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700"/>
              <a:buChar char="•"/>
              <a:defRPr sz="2100"/>
            </a:lvl1pPr>
            <a:lvl2pPr marL="914400" lvl="1" indent="-4000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700"/>
              <a:buChar char="-"/>
              <a:defRPr sz="2100"/>
            </a:lvl2pPr>
            <a:lvl3pPr marL="1371600" lvl="2" indent="-4000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700"/>
              <a:buChar char="-"/>
              <a:defRPr sz="2100"/>
            </a:lvl3pPr>
            <a:lvl4pPr marL="1828800" lvl="3" indent="-4000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700"/>
              <a:buChar char="-"/>
              <a:defRPr sz="2100"/>
            </a:lvl4pPr>
            <a:lvl5pPr marL="2286000" lvl="4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 sz="1900"/>
            </a:lvl5pPr>
            <a:lvl6pPr marL="2743200" lvl="5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marL="3200400" lvl="6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marL="3657600" lvl="7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marL="4114800" lvl="8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>
            <a:endParaRPr/>
          </a:p>
        </p:txBody>
      </p:sp>
      <p:sp>
        <p:nvSpPr>
          <p:cNvPr id="138" name="Google Shape;138;p17"/>
          <p:cNvSpPr txBox="1">
            <a:spLocks noGrp="1"/>
          </p:cNvSpPr>
          <p:nvPr>
            <p:ph type="body" idx="3"/>
          </p:nvPr>
        </p:nvSpPr>
        <p:spPr>
          <a:xfrm>
            <a:off x="666751" y="1220755"/>
            <a:ext cx="5247300" cy="4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100"/>
              <a:buFont typeface="Arial"/>
              <a:buNone/>
              <a:defRPr sz="2400" b="1">
                <a:solidFill>
                  <a:schemeClr val="accent1"/>
                </a:solidFill>
              </a:defRPr>
            </a:lvl1pPr>
            <a:lvl2pPr marL="914400" lvl="1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2pPr>
            <a:lvl3pPr marL="1371600" lvl="2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3pPr>
            <a:lvl4pPr marL="1828800" lvl="3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4pPr>
            <a:lvl5pPr marL="2286000" lvl="4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5pPr>
            <a:lvl6pPr marL="2743200" lvl="5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marL="3200400" lvl="6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marL="3657600" lvl="7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marL="4114800" lvl="8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>
            <a:endParaRPr/>
          </a:p>
        </p:txBody>
      </p:sp>
      <p:sp>
        <p:nvSpPr>
          <p:cNvPr id="139" name="Google Shape;139;p17"/>
          <p:cNvSpPr txBox="1">
            <a:spLocks noGrp="1"/>
          </p:cNvSpPr>
          <p:nvPr>
            <p:ph type="body" idx="4"/>
          </p:nvPr>
        </p:nvSpPr>
        <p:spPr>
          <a:xfrm>
            <a:off x="6321395" y="1220755"/>
            <a:ext cx="5247300" cy="4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100"/>
              <a:buFont typeface="Arial"/>
              <a:buNone/>
              <a:defRPr sz="2400" b="1">
                <a:solidFill>
                  <a:schemeClr val="accent1"/>
                </a:solidFill>
              </a:defRPr>
            </a:lvl1pPr>
            <a:lvl2pPr marL="914400" lvl="1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2pPr>
            <a:lvl3pPr marL="1371600" lvl="2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3pPr>
            <a:lvl4pPr marL="1828800" lvl="3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4pPr>
            <a:lvl5pPr marL="2286000" lvl="4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5pPr>
            <a:lvl6pPr marL="2743200" lvl="5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marL="3200400" lvl="6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marL="3657600" lvl="7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marL="4114800" lvl="8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>
            <a:endParaRPr/>
          </a:p>
        </p:txBody>
      </p:sp>
      <p:sp>
        <p:nvSpPr>
          <p:cNvPr id="140" name="Google Shape;140;p17"/>
          <p:cNvSpPr txBox="1">
            <a:spLocks noGrp="1"/>
          </p:cNvSpPr>
          <p:nvPr>
            <p:ph type="sldNum" idx="12"/>
          </p:nvPr>
        </p:nvSpPr>
        <p:spPr>
          <a:xfrm>
            <a:off x="10896533" y="6308723"/>
            <a:ext cx="620400" cy="3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1" name="Google Shape;141;p17"/>
          <p:cNvSpPr txBox="1">
            <a:spLocks noGrp="1"/>
          </p:cNvSpPr>
          <p:nvPr>
            <p:ph type="title"/>
          </p:nvPr>
        </p:nvSpPr>
        <p:spPr>
          <a:xfrm>
            <a:off x="666751" y="366186"/>
            <a:ext cx="10850100" cy="7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200"/>
              <a:buFont typeface="Arial"/>
              <a:buNone/>
              <a:defRPr>
                <a:solidFill>
                  <a:schemeClr val="accent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17"/>
          <p:cNvSpPr txBox="1">
            <a:spLocks noGrp="1"/>
          </p:cNvSpPr>
          <p:nvPr>
            <p:ph type="body" idx="5"/>
          </p:nvPr>
        </p:nvSpPr>
        <p:spPr>
          <a:xfrm>
            <a:off x="2244695" y="6308723"/>
            <a:ext cx="8512500" cy="3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1600">
                <a:solidFill>
                  <a:schemeClr val="lt2"/>
                </a:solidFill>
              </a:defRPr>
            </a:lvl1pPr>
            <a:lvl2pPr marL="914400" lvl="1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2pPr>
            <a:lvl3pPr marL="1371600" lvl="2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3pPr>
            <a:lvl4pPr marL="1828800" lvl="3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4pPr>
            <a:lvl5pPr marL="2286000" lvl="4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5pPr>
            <a:lvl6pPr marL="2743200" lvl="5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marL="3200400" lvl="6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marL="3657600" lvl="7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marL="4114800" lvl="8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and Image">
  <p:cSld name="Text and Image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8"/>
          <p:cNvSpPr txBox="1">
            <a:spLocks noGrp="1"/>
          </p:cNvSpPr>
          <p:nvPr>
            <p:ph type="body" idx="1"/>
          </p:nvPr>
        </p:nvSpPr>
        <p:spPr>
          <a:xfrm>
            <a:off x="666751" y="1784352"/>
            <a:ext cx="5247300" cy="43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4000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700"/>
              <a:buChar char="•"/>
              <a:defRPr sz="2100"/>
            </a:lvl1pPr>
            <a:lvl2pPr marL="914400" lvl="1" indent="-4000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700"/>
              <a:buChar char="-"/>
              <a:defRPr sz="2100"/>
            </a:lvl2pPr>
            <a:lvl3pPr marL="1371600" lvl="2" indent="-4000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700"/>
              <a:buChar char="-"/>
              <a:defRPr sz="2100"/>
            </a:lvl3pPr>
            <a:lvl4pPr marL="1828800" lvl="3" indent="-4000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700"/>
              <a:buChar char="-"/>
              <a:defRPr sz="21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-"/>
              <a:defRPr sz="1600"/>
            </a:lvl5pPr>
            <a:lvl6pPr marL="2743200" lvl="5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marL="3200400" lvl="6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marL="3657600" lvl="7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marL="4114800" lvl="8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>
            <a:endParaRPr/>
          </a:p>
        </p:txBody>
      </p:sp>
      <p:sp>
        <p:nvSpPr>
          <p:cNvPr id="145" name="Google Shape;145;p18"/>
          <p:cNvSpPr txBox="1">
            <a:spLocks noGrp="1"/>
          </p:cNvSpPr>
          <p:nvPr>
            <p:ph type="body" idx="2"/>
          </p:nvPr>
        </p:nvSpPr>
        <p:spPr>
          <a:xfrm>
            <a:off x="666750" y="1220755"/>
            <a:ext cx="10850100" cy="4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100"/>
              <a:buFont typeface="Arial"/>
              <a:buNone/>
              <a:defRPr sz="2400" b="1">
                <a:solidFill>
                  <a:schemeClr val="accent1"/>
                </a:solidFill>
              </a:defRPr>
            </a:lvl1pPr>
            <a:lvl2pPr marL="914400" lvl="1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2pPr>
            <a:lvl3pPr marL="1371600" lvl="2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3pPr>
            <a:lvl4pPr marL="1828800" lvl="3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4pPr>
            <a:lvl5pPr marL="2286000" lvl="4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5pPr>
            <a:lvl6pPr marL="2743200" lvl="5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marL="3200400" lvl="6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marL="3657600" lvl="7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marL="4114800" lvl="8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>
            <a:endParaRPr/>
          </a:p>
        </p:txBody>
      </p:sp>
      <p:sp>
        <p:nvSpPr>
          <p:cNvPr id="146" name="Google Shape;146;p18"/>
          <p:cNvSpPr txBox="1">
            <a:spLocks noGrp="1"/>
          </p:cNvSpPr>
          <p:nvPr>
            <p:ph type="sldNum" idx="12"/>
          </p:nvPr>
        </p:nvSpPr>
        <p:spPr>
          <a:xfrm>
            <a:off x="10896533" y="6308723"/>
            <a:ext cx="620400" cy="3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7" name="Google Shape;147;p18"/>
          <p:cNvSpPr txBox="1">
            <a:spLocks noGrp="1"/>
          </p:cNvSpPr>
          <p:nvPr>
            <p:ph type="title"/>
          </p:nvPr>
        </p:nvSpPr>
        <p:spPr>
          <a:xfrm>
            <a:off x="666751" y="366186"/>
            <a:ext cx="10850100" cy="7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200"/>
              <a:buFont typeface="Arial"/>
              <a:buNone/>
              <a:defRPr>
                <a:solidFill>
                  <a:schemeClr val="accent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148" name="Google Shape;148;p18"/>
          <p:cNvSpPr>
            <a:spLocks noGrp="1"/>
          </p:cNvSpPr>
          <p:nvPr>
            <p:ph type="pic" idx="3"/>
          </p:nvPr>
        </p:nvSpPr>
        <p:spPr>
          <a:xfrm>
            <a:off x="6278038" y="1221319"/>
            <a:ext cx="5238900" cy="4459500"/>
          </a:xfrm>
          <a:prstGeom prst="rect">
            <a:avLst/>
          </a:prstGeom>
          <a:noFill/>
          <a:ln>
            <a:noFill/>
          </a:ln>
        </p:spPr>
      </p:sp>
      <p:sp>
        <p:nvSpPr>
          <p:cNvPr id="149" name="Google Shape;149;p18"/>
          <p:cNvSpPr txBox="1">
            <a:spLocks noGrp="1"/>
          </p:cNvSpPr>
          <p:nvPr>
            <p:ph type="body" idx="4"/>
          </p:nvPr>
        </p:nvSpPr>
        <p:spPr>
          <a:xfrm>
            <a:off x="6278039" y="5681002"/>
            <a:ext cx="5238900" cy="48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None/>
              <a:defRPr sz="1900">
                <a:solidFill>
                  <a:srgbClr val="7F7F7F"/>
                </a:solidFill>
              </a:defRPr>
            </a:lvl1pPr>
            <a:lvl2pPr marL="914400" lvl="1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2pPr>
            <a:lvl3pPr marL="1371600" lvl="2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3pPr>
            <a:lvl4pPr marL="1828800" lvl="3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4pPr>
            <a:lvl5pPr marL="2286000" lvl="4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5pPr>
            <a:lvl6pPr marL="2743200" lvl="5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marL="3200400" lvl="6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marL="3657600" lvl="7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marL="4114800" lvl="8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>
            <a:endParaRPr/>
          </a:p>
        </p:txBody>
      </p:sp>
      <p:sp>
        <p:nvSpPr>
          <p:cNvPr id="150" name="Google Shape;150;p18"/>
          <p:cNvSpPr txBox="1">
            <a:spLocks noGrp="1"/>
          </p:cNvSpPr>
          <p:nvPr>
            <p:ph type="body" idx="5"/>
          </p:nvPr>
        </p:nvSpPr>
        <p:spPr>
          <a:xfrm>
            <a:off x="2244695" y="6308723"/>
            <a:ext cx="8512500" cy="3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1600">
                <a:solidFill>
                  <a:schemeClr val="lt2"/>
                </a:solidFill>
              </a:defRPr>
            </a:lvl1pPr>
            <a:lvl2pPr marL="914400" lvl="1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2pPr>
            <a:lvl3pPr marL="1371600" lvl="2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3pPr>
            <a:lvl4pPr marL="1828800" lvl="3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4pPr>
            <a:lvl5pPr marL="2286000" lvl="4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5pPr>
            <a:lvl6pPr marL="2743200" lvl="5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marL="3200400" lvl="6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marL="3657600" lvl="7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marL="4114800" lvl="8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 Person Profile">
  <p:cSld name="1 Person Profile"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2" name="Google Shape;152;p19"/>
          <p:cNvCxnSpPr/>
          <p:nvPr/>
        </p:nvCxnSpPr>
        <p:spPr>
          <a:xfrm>
            <a:off x="3599723" y="2205113"/>
            <a:ext cx="672000" cy="0"/>
          </a:xfrm>
          <a:prstGeom prst="straightConnector1">
            <a:avLst/>
          </a:prstGeom>
          <a:noFill/>
          <a:ln w="12700" cap="rnd" cmpd="sng">
            <a:solidFill>
              <a:srgbClr val="545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3" name="Google Shape;153;p19"/>
          <p:cNvSpPr txBox="1">
            <a:spLocks noGrp="1"/>
          </p:cNvSpPr>
          <p:nvPr>
            <p:ph type="body" idx="1"/>
          </p:nvPr>
        </p:nvSpPr>
        <p:spPr>
          <a:xfrm>
            <a:off x="3599723" y="1519121"/>
            <a:ext cx="7917300" cy="35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700"/>
              <a:buFont typeface="Arial"/>
              <a:buNone/>
              <a:defRPr sz="2100" b="1" i="0">
                <a:solidFill>
                  <a:schemeClr val="accent2"/>
                </a:solidFill>
              </a:defRPr>
            </a:lvl1pPr>
            <a:lvl2pPr marL="914400" lvl="1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2pPr>
            <a:lvl3pPr marL="1371600" lvl="2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3pPr>
            <a:lvl4pPr marL="1828800" lvl="3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4pPr>
            <a:lvl5pPr marL="2286000" lvl="4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5pPr>
            <a:lvl6pPr marL="2743200" lvl="5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marL="3200400" lvl="6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marL="3657600" lvl="7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marL="4114800" lvl="8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>
            <a:endParaRPr/>
          </a:p>
        </p:txBody>
      </p:sp>
      <p:sp>
        <p:nvSpPr>
          <p:cNvPr id="154" name="Google Shape;154;p19"/>
          <p:cNvSpPr txBox="1">
            <a:spLocks noGrp="1"/>
          </p:cNvSpPr>
          <p:nvPr>
            <p:ph type="body" idx="2"/>
          </p:nvPr>
        </p:nvSpPr>
        <p:spPr>
          <a:xfrm>
            <a:off x="3599723" y="1884443"/>
            <a:ext cx="7917300" cy="3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Arial"/>
              <a:buNone/>
              <a:defRPr sz="1600" b="0" i="0">
                <a:solidFill>
                  <a:schemeClr val="dk1"/>
                </a:solidFill>
              </a:defRPr>
            </a:lvl1pPr>
            <a:lvl2pPr marL="914400" lvl="1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2pPr>
            <a:lvl3pPr marL="1371600" lvl="2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3pPr>
            <a:lvl4pPr marL="1828800" lvl="3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4pPr>
            <a:lvl5pPr marL="2286000" lvl="4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5pPr>
            <a:lvl6pPr marL="2743200" lvl="5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marL="3200400" lvl="6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marL="3657600" lvl="7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marL="4114800" lvl="8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>
            <a:endParaRPr/>
          </a:p>
        </p:txBody>
      </p:sp>
      <p:sp>
        <p:nvSpPr>
          <p:cNvPr id="155" name="Google Shape;155;p19"/>
          <p:cNvSpPr txBox="1">
            <a:spLocks noGrp="1"/>
          </p:cNvSpPr>
          <p:nvPr>
            <p:ph type="body" idx="3"/>
          </p:nvPr>
        </p:nvSpPr>
        <p:spPr>
          <a:xfrm>
            <a:off x="3599723" y="2244995"/>
            <a:ext cx="7917300" cy="29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Arial"/>
              <a:buNone/>
              <a:defRPr sz="1600" b="0" i="0">
                <a:solidFill>
                  <a:schemeClr val="dk1"/>
                </a:solidFill>
              </a:defRPr>
            </a:lvl1pPr>
            <a:lvl2pPr marL="914400" lvl="1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2pPr>
            <a:lvl3pPr marL="1371600" lvl="2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3pPr>
            <a:lvl4pPr marL="1828800" lvl="3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4pPr>
            <a:lvl5pPr marL="2286000" lvl="4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5pPr>
            <a:lvl6pPr marL="2743200" lvl="5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marL="3200400" lvl="6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marL="3657600" lvl="7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marL="4114800" lvl="8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>
            <a:endParaRPr/>
          </a:p>
        </p:txBody>
      </p:sp>
      <p:sp>
        <p:nvSpPr>
          <p:cNvPr id="156" name="Google Shape;156;p19"/>
          <p:cNvSpPr>
            <a:spLocks noGrp="1"/>
          </p:cNvSpPr>
          <p:nvPr>
            <p:ph type="pic" idx="4"/>
          </p:nvPr>
        </p:nvSpPr>
        <p:spPr>
          <a:xfrm>
            <a:off x="666751" y="1516893"/>
            <a:ext cx="2356800" cy="2356800"/>
          </a:xfrm>
          <a:prstGeom prst="rect">
            <a:avLst/>
          </a:prstGeom>
          <a:noFill/>
          <a:ln>
            <a:noFill/>
          </a:ln>
        </p:spPr>
      </p:sp>
      <p:sp>
        <p:nvSpPr>
          <p:cNvPr id="157" name="Google Shape;157;p19"/>
          <p:cNvSpPr txBox="1">
            <a:spLocks noGrp="1"/>
          </p:cNvSpPr>
          <p:nvPr>
            <p:ph type="sldNum" idx="12"/>
          </p:nvPr>
        </p:nvSpPr>
        <p:spPr>
          <a:xfrm>
            <a:off x="10896533" y="6308723"/>
            <a:ext cx="620400" cy="3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8" name="Google Shape;158;p19"/>
          <p:cNvSpPr txBox="1">
            <a:spLocks noGrp="1"/>
          </p:cNvSpPr>
          <p:nvPr>
            <p:ph type="title"/>
          </p:nvPr>
        </p:nvSpPr>
        <p:spPr>
          <a:xfrm>
            <a:off x="666751" y="366186"/>
            <a:ext cx="10850100" cy="7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200"/>
              <a:buFont typeface="Arial"/>
              <a:buNone/>
              <a:defRPr>
                <a:solidFill>
                  <a:schemeClr val="accent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159" name="Google Shape;159;p19"/>
          <p:cNvSpPr txBox="1">
            <a:spLocks noGrp="1"/>
          </p:cNvSpPr>
          <p:nvPr>
            <p:ph type="body" idx="5"/>
          </p:nvPr>
        </p:nvSpPr>
        <p:spPr>
          <a:xfrm>
            <a:off x="2244695" y="6308723"/>
            <a:ext cx="8512500" cy="3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1600">
                <a:solidFill>
                  <a:schemeClr val="lt2"/>
                </a:solidFill>
              </a:defRPr>
            </a:lvl1pPr>
            <a:lvl2pPr marL="914400" lvl="1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2pPr>
            <a:lvl3pPr marL="1371600" lvl="2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3pPr>
            <a:lvl4pPr marL="1828800" lvl="3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4pPr>
            <a:lvl5pPr marL="2286000" lvl="4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5pPr>
            <a:lvl6pPr marL="2743200" lvl="5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marL="3200400" lvl="6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marL="3657600" lvl="7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marL="4114800" lvl="8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Person Profile">
  <p:cSld name="3 Person Profile"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1" name="Google Shape;161;p20"/>
          <p:cNvCxnSpPr/>
          <p:nvPr/>
        </p:nvCxnSpPr>
        <p:spPr>
          <a:xfrm>
            <a:off x="666751" y="3576024"/>
            <a:ext cx="672000" cy="0"/>
          </a:xfrm>
          <a:prstGeom prst="straightConnector1">
            <a:avLst/>
          </a:prstGeom>
          <a:noFill/>
          <a:ln w="12700" cap="rnd" cmpd="sng">
            <a:solidFill>
              <a:srgbClr val="545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2" name="Google Shape;162;p20"/>
          <p:cNvSpPr txBox="1">
            <a:spLocks noGrp="1"/>
          </p:cNvSpPr>
          <p:nvPr>
            <p:ph type="body" idx="1"/>
          </p:nvPr>
        </p:nvSpPr>
        <p:spPr>
          <a:xfrm>
            <a:off x="666750" y="2890031"/>
            <a:ext cx="3354000" cy="35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700"/>
              <a:buFont typeface="Arial"/>
              <a:buNone/>
              <a:defRPr sz="2100" b="1" i="0">
                <a:solidFill>
                  <a:schemeClr val="accent2"/>
                </a:solidFill>
              </a:defRPr>
            </a:lvl1pPr>
            <a:lvl2pPr marL="914400" lvl="1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2pPr>
            <a:lvl3pPr marL="1371600" lvl="2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3pPr>
            <a:lvl4pPr marL="1828800" lvl="3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4pPr>
            <a:lvl5pPr marL="2286000" lvl="4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5pPr>
            <a:lvl6pPr marL="2743200" lvl="5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marL="3200400" lvl="6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marL="3657600" lvl="7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marL="4114800" lvl="8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>
            <a:endParaRPr/>
          </a:p>
        </p:txBody>
      </p:sp>
      <p:sp>
        <p:nvSpPr>
          <p:cNvPr id="163" name="Google Shape;163;p20"/>
          <p:cNvSpPr txBox="1">
            <a:spLocks noGrp="1"/>
          </p:cNvSpPr>
          <p:nvPr>
            <p:ph type="body" idx="2"/>
          </p:nvPr>
        </p:nvSpPr>
        <p:spPr>
          <a:xfrm>
            <a:off x="666750" y="3255354"/>
            <a:ext cx="3354000" cy="3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Arial"/>
              <a:buNone/>
              <a:defRPr sz="1600" b="0" i="0">
                <a:solidFill>
                  <a:schemeClr val="dk1"/>
                </a:solidFill>
              </a:defRPr>
            </a:lvl1pPr>
            <a:lvl2pPr marL="914400" lvl="1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2pPr>
            <a:lvl3pPr marL="1371600" lvl="2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3pPr>
            <a:lvl4pPr marL="1828800" lvl="3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4pPr>
            <a:lvl5pPr marL="2286000" lvl="4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5pPr>
            <a:lvl6pPr marL="2743200" lvl="5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marL="3200400" lvl="6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marL="3657600" lvl="7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marL="4114800" lvl="8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>
            <a:endParaRPr/>
          </a:p>
        </p:txBody>
      </p:sp>
      <p:sp>
        <p:nvSpPr>
          <p:cNvPr id="164" name="Google Shape;164;p20"/>
          <p:cNvSpPr txBox="1">
            <a:spLocks noGrp="1"/>
          </p:cNvSpPr>
          <p:nvPr>
            <p:ph type="body" idx="3"/>
          </p:nvPr>
        </p:nvSpPr>
        <p:spPr>
          <a:xfrm>
            <a:off x="666750" y="3615907"/>
            <a:ext cx="3354000" cy="67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Arial"/>
              <a:buNone/>
              <a:defRPr sz="1600" b="0" i="0">
                <a:solidFill>
                  <a:schemeClr val="dk1"/>
                </a:solidFill>
              </a:defRPr>
            </a:lvl1pPr>
            <a:lvl2pPr marL="914400" lvl="1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2pPr>
            <a:lvl3pPr marL="1371600" lvl="2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3pPr>
            <a:lvl4pPr marL="1828800" lvl="3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4pPr>
            <a:lvl5pPr marL="2286000" lvl="4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5pPr>
            <a:lvl6pPr marL="2743200" lvl="5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marL="3200400" lvl="6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marL="3657600" lvl="7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marL="4114800" lvl="8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>
            <a:endParaRPr/>
          </a:p>
        </p:txBody>
      </p:sp>
      <p:sp>
        <p:nvSpPr>
          <p:cNvPr id="165" name="Google Shape;165;p20"/>
          <p:cNvSpPr>
            <a:spLocks noGrp="1"/>
          </p:cNvSpPr>
          <p:nvPr>
            <p:ph type="pic" idx="4"/>
          </p:nvPr>
        </p:nvSpPr>
        <p:spPr>
          <a:xfrm>
            <a:off x="666751" y="1350324"/>
            <a:ext cx="1513200" cy="15132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166" name="Google Shape;166;p20"/>
          <p:cNvCxnSpPr/>
          <p:nvPr/>
        </p:nvCxnSpPr>
        <p:spPr>
          <a:xfrm>
            <a:off x="4407800" y="3576024"/>
            <a:ext cx="672000" cy="0"/>
          </a:xfrm>
          <a:prstGeom prst="straightConnector1">
            <a:avLst/>
          </a:prstGeom>
          <a:noFill/>
          <a:ln w="12700" cap="rnd" cmpd="sng">
            <a:solidFill>
              <a:srgbClr val="545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7" name="Google Shape;167;p20"/>
          <p:cNvSpPr txBox="1">
            <a:spLocks noGrp="1"/>
          </p:cNvSpPr>
          <p:nvPr>
            <p:ph type="body" idx="5"/>
          </p:nvPr>
        </p:nvSpPr>
        <p:spPr>
          <a:xfrm>
            <a:off x="4407800" y="2890031"/>
            <a:ext cx="3354000" cy="35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700"/>
              <a:buFont typeface="Arial"/>
              <a:buNone/>
              <a:defRPr sz="2100" b="1" i="0">
                <a:solidFill>
                  <a:schemeClr val="accent2"/>
                </a:solidFill>
              </a:defRPr>
            </a:lvl1pPr>
            <a:lvl2pPr marL="914400" lvl="1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2pPr>
            <a:lvl3pPr marL="1371600" lvl="2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3pPr>
            <a:lvl4pPr marL="1828800" lvl="3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4pPr>
            <a:lvl5pPr marL="2286000" lvl="4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5pPr>
            <a:lvl6pPr marL="2743200" lvl="5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marL="3200400" lvl="6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marL="3657600" lvl="7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marL="4114800" lvl="8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>
            <a:endParaRPr/>
          </a:p>
        </p:txBody>
      </p:sp>
      <p:sp>
        <p:nvSpPr>
          <p:cNvPr id="168" name="Google Shape;168;p20"/>
          <p:cNvSpPr txBox="1">
            <a:spLocks noGrp="1"/>
          </p:cNvSpPr>
          <p:nvPr>
            <p:ph type="body" idx="6"/>
          </p:nvPr>
        </p:nvSpPr>
        <p:spPr>
          <a:xfrm>
            <a:off x="4407800" y="3255354"/>
            <a:ext cx="3354000" cy="3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Arial"/>
              <a:buNone/>
              <a:defRPr sz="1600" b="0" i="0">
                <a:solidFill>
                  <a:schemeClr val="dk1"/>
                </a:solidFill>
              </a:defRPr>
            </a:lvl1pPr>
            <a:lvl2pPr marL="914400" lvl="1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2pPr>
            <a:lvl3pPr marL="1371600" lvl="2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3pPr>
            <a:lvl4pPr marL="1828800" lvl="3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4pPr>
            <a:lvl5pPr marL="2286000" lvl="4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5pPr>
            <a:lvl6pPr marL="2743200" lvl="5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marL="3200400" lvl="6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marL="3657600" lvl="7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marL="4114800" lvl="8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>
            <a:endParaRPr/>
          </a:p>
        </p:txBody>
      </p:sp>
      <p:sp>
        <p:nvSpPr>
          <p:cNvPr id="169" name="Google Shape;169;p20"/>
          <p:cNvSpPr txBox="1">
            <a:spLocks noGrp="1"/>
          </p:cNvSpPr>
          <p:nvPr>
            <p:ph type="body" idx="7"/>
          </p:nvPr>
        </p:nvSpPr>
        <p:spPr>
          <a:xfrm>
            <a:off x="4407800" y="3615907"/>
            <a:ext cx="3354000" cy="67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Arial"/>
              <a:buNone/>
              <a:defRPr sz="1600" b="0" i="0">
                <a:solidFill>
                  <a:schemeClr val="dk1"/>
                </a:solidFill>
              </a:defRPr>
            </a:lvl1pPr>
            <a:lvl2pPr marL="914400" lvl="1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2pPr>
            <a:lvl3pPr marL="1371600" lvl="2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3pPr>
            <a:lvl4pPr marL="1828800" lvl="3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4pPr>
            <a:lvl5pPr marL="2286000" lvl="4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5pPr>
            <a:lvl6pPr marL="2743200" lvl="5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marL="3200400" lvl="6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marL="3657600" lvl="7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marL="4114800" lvl="8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>
            <a:endParaRPr/>
          </a:p>
        </p:txBody>
      </p:sp>
      <p:sp>
        <p:nvSpPr>
          <p:cNvPr id="170" name="Google Shape;170;p20"/>
          <p:cNvSpPr>
            <a:spLocks noGrp="1"/>
          </p:cNvSpPr>
          <p:nvPr>
            <p:ph type="pic" idx="8"/>
          </p:nvPr>
        </p:nvSpPr>
        <p:spPr>
          <a:xfrm>
            <a:off x="4407800" y="1350324"/>
            <a:ext cx="1513200" cy="15132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171" name="Google Shape;171;p20"/>
          <p:cNvCxnSpPr/>
          <p:nvPr/>
        </p:nvCxnSpPr>
        <p:spPr>
          <a:xfrm>
            <a:off x="8148852" y="3576024"/>
            <a:ext cx="672000" cy="0"/>
          </a:xfrm>
          <a:prstGeom prst="straightConnector1">
            <a:avLst/>
          </a:prstGeom>
          <a:noFill/>
          <a:ln w="12700" cap="rnd" cmpd="sng">
            <a:solidFill>
              <a:srgbClr val="545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2" name="Google Shape;172;p20"/>
          <p:cNvSpPr txBox="1">
            <a:spLocks noGrp="1"/>
          </p:cNvSpPr>
          <p:nvPr>
            <p:ph type="body" idx="9"/>
          </p:nvPr>
        </p:nvSpPr>
        <p:spPr>
          <a:xfrm>
            <a:off x="8148852" y="2890031"/>
            <a:ext cx="3354000" cy="35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700"/>
              <a:buFont typeface="Arial"/>
              <a:buNone/>
              <a:defRPr sz="2100" b="1" i="0">
                <a:solidFill>
                  <a:schemeClr val="accent2"/>
                </a:solidFill>
              </a:defRPr>
            </a:lvl1pPr>
            <a:lvl2pPr marL="914400" lvl="1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2pPr>
            <a:lvl3pPr marL="1371600" lvl="2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3pPr>
            <a:lvl4pPr marL="1828800" lvl="3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4pPr>
            <a:lvl5pPr marL="2286000" lvl="4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5pPr>
            <a:lvl6pPr marL="2743200" lvl="5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marL="3200400" lvl="6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marL="3657600" lvl="7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marL="4114800" lvl="8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>
            <a:endParaRPr/>
          </a:p>
        </p:txBody>
      </p:sp>
      <p:sp>
        <p:nvSpPr>
          <p:cNvPr id="173" name="Google Shape;173;p20"/>
          <p:cNvSpPr txBox="1">
            <a:spLocks noGrp="1"/>
          </p:cNvSpPr>
          <p:nvPr>
            <p:ph type="body" idx="13"/>
          </p:nvPr>
        </p:nvSpPr>
        <p:spPr>
          <a:xfrm>
            <a:off x="8148852" y="3255354"/>
            <a:ext cx="3354000" cy="3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Arial"/>
              <a:buNone/>
              <a:defRPr sz="1600" b="0" i="0">
                <a:solidFill>
                  <a:schemeClr val="dk1"/>
                </a:solidFill>
              </a:defRPr>
            </a:lvl1pPr>
            <a:lvl2pPr marL="914400" lvl="1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2pPr>
            <a:lvl3pPr marL="1371600" lvl="2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3pPr>
            <a:lvl4pPr marL="1828800" lvl="3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4pPr>
            <a:lvl5pPr marL="2286000" lvl="4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5pPr>
            <a:lvl6pPr marL="2743200" lvl="5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marL="3200400" lvl="6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marL="3657600" lvl="7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marL="4114800" lvl="8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>
            <a:endParaRPr/>
          </a:p>
        </p:txBody>
      </p:sp>
      <p:sp>
        <p:nvSpPr>
          <p:cNvPr id="174" name="Google Shape;174;p20"/>
          <p:cNvSpPr txBox="1">
            <a:spLocks noGrp="1"/>
          </p:cNvSpPr>
          <p:nvPr>
            <p:ph type="body" idx="14"/>
          </p:nvPr>
        </p:nvSpPr>
        <p:spPr>
          <a:xfrm>
            <a:off x="8148852" y="3615907"/>
            <a:ext cx="3354000" cy="67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Arial"/>
              <a:buNone/>
              <a:defRPr sz="1600" b="0" i="0">
                <a:solidFill>
                  <a:schemeClr val="dk1"/>
                </a:solidFill>
              </a:defRPr>
            </a:lvl1pPr>
            <a:lvl2pPr marL="914400" lvl="1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2pPr>
            <a:lvl3pPr marL="1371600" lvl="2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3pPr>
            <a:lvl4pPr marL="1828800" lvl="3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4pPr>
            <a:lvl5pPr marL="2286000" lvl="4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5pPr>
            <a:lvl6pPr marL="2743200" lvl="5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marL="3200400" lvl="6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marL="3657600" lvl="7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marL="4114800" lvl="8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>
            <a:endParaRPr/>
          </a:p>
        </p:txBody>
      </p:sp>
      <p:sp>
        <p:nvSpPr>
          <p:cNvPr id="175" name="Google Shape;175;p20"/>
          <p:cNvSpPr>
            <a:spLocks noGrp="1"/>
          </p:cNvSpPr>
          <p:nvPr>
            <p:ph type="pic" idx="15"/>
          </p:nvPr>
        </p:nvSpPr>
        <p:spPr>
          <a:xfrm>
            <a:off x="8148852" y="1350324"/>
            <a:ext cx="1513200" cy="1513200"/>
          </a:xfrm>
          <a:prstGeom prst="rect">
            <a:avLst/>
          </a:prstGeom>
          <a:noFill/>
          <a:ln>
            <a:noFill/>
          </a:ln>
        </p:spPr>
      </p:sp>
      <p:sp>
        <p:nvSpPr>
          <p:cNvPr id="176" name="Google Shape;176;p20"/>
          <p:cNvSpPr txBox="1">
            <a:spLocks noGrp="1"/>
          </p:cNvSpPr>
          <p:nvPr>
            <p:ph type="sldNum" idx="12"/>
          </p:nvPr>
        </p:nvSpPr>
        <p:spPr>
          <a:xfrm>
            <a:off x="10896533" y="6308723"/>
            <a:ext cx="620400" cy="3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7" name="Google Shape;177;p20"/>
          <p:cNvSpPr txBox="1">
            <a:spLocks noGrp="1"/>
          </p:cNvSpPr>
          <p:nvPr>
            <p:ph type="title"/>
          </p:nvPr>
        </p:nvSpPr>
        <p:spPr>
          <a:xfrm>
            <a:off x="666751" y="366186"/>
            <a:ext cx="10850100" cy="7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200"/>
              <a:buFont typeface="Arial"/>
              <a:buNone/>
              <a:defRPr>
                <a:solidFill>
                  <a:schemeClr val="accent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178" name="Google Shape;178;p20"/>
          <p:cNvSpPr txBox="1">
            <a:spLocks noGrp="1"/>
          </p:cNvSpPr>
          <p:nvPr>
            <p:ph type="body" idx="16"/>
          </p:nvPr>
        </p:nvSpPr>
        <p:spPr>
          <a:xfrm>
            <a:off x="2244695" y="6308723"/>
            <a:ext cx="8512500" cy="3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1600">
                <a:solidFill>
                  <a:schemeClr val="lt2"/>
                </a:solidFill>
              </a:defRPr>
            </a:lvl1pPr>
            <a:lvl2pPr marL="914400" lvl="1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2pPr>
            <a:lvl3pPr marL="1371600" lvl="2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3pPr>
            <a:lvl4pPr marL="1828800" lvl="3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4pPr>
            <a:lvl5pPr marL="2286000" lvl="4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5pPr>
            <a:lvl6pPr marL="2743200" lvl="5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marL="3200400" lvl="6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marL="3657600" lvl="7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marL="4114800" lvl="8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 Person Profile">
  <p:cSld name="4 Person Profile"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0" name="Google Shape;180;p21"/>
          <p:cNvCxnSpPr/>
          <p:nvPr/>
        </p:nvCxnSpPr>
        <p:spPr>
          <a:xfrm>
            <a:off x="666751" y="3576024"/>
            <a:ext cx="504300" cy="0"/>
          </a:xfrm>
          <a:prstGeom prst="straightConnector1">
            <a:avLst/>
          </a:prstGeom>
          <a:noFill/>
          <a:ln w="12700" cap="rnd" cmpd="sng">
            <a:solidFill>
              <a:srgbClr val="545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1" name="Google Shape;181;p21"/>
          <p:cNvSpPr txBox="1">
            <a:spLocks noGrp="1"/>
          </p:cNvSpPr>
          <p:nvPr>
            <p:ph type="body" idx="1"/>
          </p:nvPr>
        </p:nvSpPr>
        <p:spPr>
          <a:xfrm>
            <a:off x="666749" y="2890031"/>
            <a:ext cx="2517600" cy="35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700"/>
              <a:buFont typeface="Arial"/>
              <a:buNone/>
              <a:defRPr sz="2100" b="1" i="0">
                <a:solidFill>
                  <a:schemeClr val="accent2"/>
                </a:solidFill>
              </a:defRPr>
            </a:lvl1pPr>
            <a:lvl2pPr marL="914400" lvl="1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2pPr>
            <a:lvl3pPr marL="1371600" lvl="2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3pPr>
            <a:lvl4pPr marL="1828800" lvl="3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4pPr>
            <a:lvl5pPr marL="2286000" lvl="4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5pPr>
            <a:lvl6pPr marL="2743200" lvl="5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marL="3200400" lvl="6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marL="3657600" lvl="7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marL="4114800" lvl="8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>
            <a:endParaRPr/>
          </a:p>
        </p:txBody>
      </p:sp>
      <p:sp>
        <p:nvSpPr>
          <p:cNvPr id="182" name="Google Shape;182;p21"/>
          <p:cNvSpPr txBox="1">
            <a:spLocks noGrp="1"/>
          </p:cNvSpPr>
          <p:nvPr>
            <p:ph type="body" idx="2"/>
          </p:nvPr>
        </p:nvSpPr>
        <p:spPr>
          <a:xfrm>
            <a:off x="666749" y="3255354"/>
            <a:ext cx="2517600" cy="3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Arial"/>
              <a:buNone/>
              <a:defRPr sz="1600" b="0" i="0">
                <a:solidFill>
                  <a:schemeClr val="dk1"/>
                </a:solidFill>
              </a:defRPr>
            </a:lvl1pPr>
            <a:lvl2pPr marL="914400" lvl="1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2pPr>
            <a:lvl3pPr marL="1371600" lvl="2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3pPr>
            <a:lvl4pPr marL="1828800" lvl="3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4pPr>
            <a:lvl5pPr marL="2286000" lvl="4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5pPr>
            <a:lvl6pPr marL="2743200" lvl="5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marL="3200400" lvl="6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marL="3657600" lvl="7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marL="4114800" lvl="8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>
            <a:endParaRPr/>
          </a:p>
        </p:txBody>
      </p:sp>
      <p:sp>
        <p:nvSpPr>
          <p:cNvPr id="183" name="Google Shape;183;p21"/>
          <p:cNvSpPr txBox="1">
            <a:spLocks noGrp="1"/>
          </p:cNvSpPr>
          <p:nvPr>
            <p:ph type="body" idx="3"/>
          </p:nvPr>
        </p:nvSpPr>
        <p:spPr>
          <a:xfrm>
            <a:off x="666749" y="3615907"/>
            <a:ext cx="2517600" cy="67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Arial"/>
              <a:buNone/>
              <a:defRPr sz="1600" b="0" i="0">
                <a:solidFill>
                  <a:schemeClr val="dk1"/>
                </a:solidFill>
              </a:defRPr>
            </a:lvl1pPr>
            <a:lvl2pPr marL="914400" lvl="1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2pPr>
            <a:lvl3pPr marL="1371600" lvl="2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3pPr>
            <a:lvl4pPr marL="1828800" lvl="3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4pPr>
            <a:lvl5pPr marL="2286000" lvl="4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5pPr>
            <a:lvl6pPr marL="2743200" lvl="5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marL="3200400" lvl="6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marL="3657600" lvl="7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marL="4114800" lvl="8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>
            <a:endParaRPr/>
          </a:p>
        </p:txBody>
      </p:sp>
      <p:sp>
        <p:nvSpPr>
          <p:cNvPr id="184" name="Google Shape;184;p21"/>
          <p:cNvSpPr>
            <a:spLocks noGrp="1"/>
          </p:cNvSpPr>
          <p:nvPr>
            <p:ph type="pic" idx="4"/>
          </p:nvPr>
        </p:nvSpPr>
        <p:spPr>
          <a:xfrm>
            <a:off x="666751" y="1350324"/>
            <a:ext cx="1513200" cy="1513200"/>
          </a:xfrm>
          <a:prstGeom prst="rect">
            <a:avLst/>
          </a:prstGeom>
          <a:noFill/>
          <a:ln>
            <a:noFill/>
          </a:ln>
        </p:spPr>
      </p:sp>
      <p:sp>
        <p:nvSpPr>
          <p:cNvPr id="185" name="Google Shape;185;p21"/>
          <p:cNvSpPr txBox="1">
            <a:spLocks noGrp="1"/>
          </p:cNvSpPr>
          <p:nvPr>
            <p:ph type="sldNum" idx="12"/>
          </p:nvPr>
        </p:nvSpPr>
        <p:spPr>
          <a:xfrm>
            <a:off x="10896533" y="6308723"/>
            <a:ext cx="620400" cy="3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6" name="Google Shape;186;p21"/>
          <p:cNvSpPr txBox="1">
            <a:spLocks noGrp="1"/>
          </p:cNvSpPr>
          <p:nvPr>
            <p:ph type="title"/>
          </p:nvPr>
        </p:nvSpPr>
        <p:spPr>
          <a:xfrm>
            <a:off x="666751" y="366186"/>
            <a:ext cx="10850100" cy="7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200"/>
              <a:buFont typeface="Arial"/>
              <a:buNone/>
              <a:defRPr>
                <a:solidFill>
                  <a:schemeClr val="accent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cxnSp>
        <p:nvCxnSpPr>
          <p:cNvPr id="187" name="Google Shape;187;p21"/>
          <p:cNvCxnSpPr/>
          <p:nvPr/>
        </p:nvCxnSpPr>
        <p:spPr>
          <a:xfrm>
            <a:off x="3449396" y="3576024"/>
            <a:ext cx="504300" cy="0"/>
          </a:xfrm>
          <a:prstGeom prst="straightConnector1">
            <a:avLst/>
          </a:prstGeom>
          <a:noFill/>
          <a:ln w="12700" cap="rnd" cmpd="sng">
            <a:solidFill>
              <a:srgbClr val="545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8" name="Google Shape;188;p21"/>
          <p:cNvSpPr txBox="1">
            <a:spLocks noGrp="1"/>
          </p:cNvSpPr>
          <p:nvPr>
            <p:ph type="body" idx="5"/>
          </p:nvPr>
        </p:nvSpPr>
        <p:spPr>
          <a:xfrm>
            <a:off x="3449395" y="2890031"/>
            <a:ext cx="2517600" cy="35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700"/>
              <a:buFont typeface="Arial"/>
              <a:buNone/>
              <a:defRPr sz="2100" b="1" i="0">
                <a:solidFill>
                  <a:schemeClr val="accent2"/>
                </a:solidFill>
              </a:defRPr>
            </a:lvl1pPr>
            <a:lvl2pPr marL="914400" lvl="1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2pPr>
            <a:lvl3pPr marL="1371600" lvl="2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3pPr>
            <a:lvl4pPr marL="1828800" lvl="3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4pPr>
            <a:lvl5pPr marL="2286000" lvl="4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5pPr>
            <a:lvl6pPr marL="2743200" lvl="5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marL="3200400" lvl="6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marL="3657600" lvl="7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marL="4114800" lvl="8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>
            <a:endParaRPr/>
          </a:p>
        </p:txBody>
      </p:sp>
      <p:sp>
        <p:nvSpPr>
          <p:cNvPr id="189" name="Google Shape;189;p21"/>
          <p:cNvSpPr txBox="1">
            <a:spLocks noGrp="1"/>
          </p:cNvSpPr>
          <p:nvPr>
            <p:ph type="body" idx="6"/>
          </p:nvPr>
        </p:nvSpPr>
        <p:spPr>
          <a:xfrm>
            <a:off x="3449395" y="3255354"/>
            <a:ext cx="2517600" cy="3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Arial"/>
              <a:buNone/>
              <a:defRPr sz="1600" b="0" i="0">
                <a:solidFill>
                  <a:schemeClr val="dk1"/>
                </a:solidFill>
              </a:defRPr>
            </a:lvl1pPr>
            <a:lvl2pPr marL="914400" lvl="1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2pPr>
            <a:lvl3pPr marL="1371600" lvl="2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3pPr>
            <a:lvl4pPr marL="1828800" lvl="3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4pPr>
            <a:lvl5pPr marL="2286000" lvl="4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5pPr>
            <a:lvl6pPr marL="2743200" lvl="5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marL="3200400" lvl="6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marL="3657600" lvl="7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marL="4114800" lvl="8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>
            <a:endParaRPr/>
          </a:p>
        </p:txBody>
      </p:sp>
      <p:sp>
        <p:nvSpPr>
          <p:cNvPr id="190" name="Google Shape;190;p21"/>
          <p:cNvSpPr txBox="1">
            <a:spLocks noGrp="1"/>
          </p:cNvSpPr>
          <p:nvPr>
            <p:ph type="body" idx="7"/>
          </p:nvPr>
        </p:nvSpPr>
        <p:spPr>
          <a:xfrm>
            <a:off x="3449395" y="3615907"/>
            <a:ext cx="2517600" cy="67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Arial"/>
              <a:buNone/>
              <a:defRPr sz="1600" b="0" i="0">
                <a:solidFill>
                  <a:schemeClr val="dk1"/>
                </a:solidFill>
              </a:defRPr>
            </a:lvl1pPr>
            <a:lvl2pPr marL="914400" lvl="1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2pPr>
            <a:lvl3pPr marL="1371600" lvl="2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3pPr>
            <a:lvl4pPr marL="1828800" lvl="3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4pPr>
            <a:lvl5pPr marL="2286000" lvl="4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5pPr>
            <a:lvl6pPr marL="2743200" lvl="5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marL="3200400" lvl="6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marL="3657600" lvl="7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marL="4114800" lvl="8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>
            <a:endParaRPr/>
          </a:p>
        </p:txBody>
      </p:sp>
      <p:cxnSp>
        <p:nvCxnSpPr>
          <p:cNvPr id="191" name="Google Shape;191;p21"/>
          <p:cNvCxnSpPr/>
          <p:nvPr/>
        </p:nvCxnSpPr>
        <p:spPr>
          <a:xfrm>
            <a:off x="6232042" y="3576024"/>
            <a:ext cx="504300" cy="0"/>
          </a:xfrm>
          <a:prstGeom prst="straightConnector1">
            <a:avLst/>
          </a:prstGeom>
          <a:noFill/>
          <a:ln w="12700" cap="rnd" cmpd="sng">
            <a:solidFill>
              <a:srgbClr val="545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2" name="Google Shape;192;p21"/>
          <p:cNvSpPr txBox="1">
            <a:spLocks noGrp="1"/>
          </p:cNvSpPr>
          <p:nvPr>
            <p:ph type="body" idx="8"/>
          </p:nvPr>
        </p:nvSpPr>
        <p:spPr>
          <a:xfrm>
            <a:off x="6232040" y="2890031"/>
            <a:ext cx="2517600" cy="35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700"/>
              <a:buFont typeface="Arial"/>
              <a:buNone/>
              <a:defRPr sz="2100" b="1" i="0">
                <a:solidFill>
                  <a:schemeClr val="accent2"/>
                </a:solidFill>
              </a:defRPr>
            </a:lvl1pPr>
            <a:lvl2pPr marL="914400" lvl="1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2pPr>
            <a:lvl3pPr marL="1371600" lvl="2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3pPr>
            <a:lvl4pPr marL="1828800" lvl="3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4pPr>
            <a:lvl5pPr marL="2286000" lvl="4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5pPr>
            <a:lvl6pPr marL="2743200" lvl="5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marL="3200400" lvl="6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marL="3657600" lvl="7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marL="4114800" lvl="8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>
            <a:endParaRPr/>
          </a:p>
        </p:txBody>
      </p:sp>
      <p:sp>
        <p:nvSpPr>
          <p:cNvPr id="193" name="Google Shape;193;p21"/>
          <p:cNvSpPr txBox="1">
            <a:spLocks noGrp="1"/>
          </p:cNvSpPr>
          <p:nvPr>
            <p:ph type="body" idx="9"/>
          </p:nvPr>
        </p:nvSpPr>
        <p:spPr>
          <a:xfrm>
            <a:off x="6232040" y="3255354"/>
            <a:ext cx="2517600" cy="3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Arial"/>
              <a:buNone/>
              <a:defRPr sz="1600" b="0" i="0">
                <a:solidFill>
                  <a:schemeClr val="dk1"/>
                </a:solidFill>
              </a:defRPr>
            </a:lvl1pPr>
            <a:lvl2pPr marL="914400" lvl="1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2pPr>
            <a:lvl3pPr marL="1371600" lvl="2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3pPr>
            <a:lvl4pPr marL="1828800" lvl="3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4pPr>
            <a:lvl5pPr marL="2286000" lvl="4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5pPr>
            <a:lvl6pPr marL="2743200" lvl="5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marL="3200400" lvl="6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marL="3657600" lvl="7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marL="4114800" lvl="8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>
            <a:endParaRPr/>
          </a:p>
        </p:txBody>
      </p:sp>
      <p:sp>
        <p:nvSpPr>
          <p:cNvPr id="194" name="Google Shape;194;p21"/>
          <p:cNvSpPr txBox="1">
            <a:spLocks noGrp="1"/>
          </p:cNvSpPr>
          <p:nvPr>
            <p:ph type="body" idx="13"/>
          </p:nvPr>
        </p:nvSpPr>
        <p:spPr>
          <a:xfrm>
            <a:off x="6232040" y="3615907"/>
            <a:ext cx="2517600" cy="67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Arial"/>
              <a:buNone/>
              <a:defRPr sz="1600" b="0" i="0">
                <a:solidFill>
                  <a:schemeClr val="dk1"/>
                </a:solidFill>
              </a:defRPr>
            </a:lvl1pPr>
            <a:lvl2pPr marL="914400" lvl="1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2pPr>
            <a:lvl3pPr marL="1371600" lvl="2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3pPr>
            <a:lvl4pPr marL="1828800" lvl="3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4pPr>
            <a:lvl5pPr marL="2286000" lvl="4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5pPr>
            <a:lvl6pPr marL="2743200" lvl="5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marL="3200400" lvl="6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marL="3657600" lvl="7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marL="4114800" lvl="8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>
            <a:endParaRPr/>
          </a:p>
        </p:txBody>
      </p:sp>
      <p:cxnSp>
        <p:nvCxnSpPr>
          <p:cNvPr id="195" name="Google Shape;195;p21"/>
          <p:cNvCxnSpPr/>
          <p:nvPr/>
        </p:nvCxnSpPr>
        <p:spPr>
          <a:xfrm>
            <a:off x="9014686" y="3576024"/>
            <a:ext cx="504300" cy="0"/>
          </a:xfrm>
          <a:prstGeom prst="straightConnector1">
            <a:avLst/>
          </a:prstGeom>
          <a:noFill/>
          <a:ln w="12700" cap="rnd" cmpd="sng">
            <a:solidFill>
              <a:srgbClr val="545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6" name="Google Shape;196;p21"/>
          <p:cNvSpPr txBox="1">
            <a:spLocks noGrp="1"/>
          </p:cNvSpPr>
          <p:nvPr>
            <p:ph type="body" idx="14"/>
          </p:nvPr>
        </p:nvSpPr>
        <p:spPr>
          <a:xfrm>
            <a:off x="9014684" y="2890031"/>
            <a:ext cx="2517600" cy="35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700"/>
              <a:buFont typeface="Arial"/>
              <a:buNone/>
              <a:defRPr sz="2100" b="1" i="0">
                <a:solidFill>
                  <a:schemeClr val="accent2"/>
                </a:solidFill>
              </a:defRPr>
            </a:lvl1pPr>
            <a:lvl2pPr marL="914400" lvl="1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2pPr>
            <a:lvl3pPr marL="1371600" lvl="2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3pPr>
            <a:lvl4pPr marL="1828800" lvl="3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4pPr>
            <a:lvl5pPr marL="2286000" lvl="4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5pPr>
            <a:lvl6pPr marL="2743200" lvl="5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marL="3200400" lvl="6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marL="3657600" lvl="7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marL="4114800" lvl="8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>
            <a:endParaRPr/>
          </a:p>
        </p:txBody>
      </p:sp>
      <p:sp>
        <p:nvSpPr>
          <p:cNvPr id="197" name="Google Shape;197;p21"/>
          <p:cNvSpPr txBox="1">
            <a:spLocks noGrp="1"/>
          </p:cNvSpPr>
          <p:nvPr>
            <p:ph type="body" idx="15"/>
          </p:nvPr>
        </p:nvSpPr>
        <p:spPr>
          <a:xfrm>
            <a:off x="9014684" y="3255354"/>
            <a:ext cx="2517600" cy="3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Arial"/>
              <a:buNone/>
              <a:defRPr sz="1600" b="0" i="0">
                <a:solidFill>
                  <a:schemeClr val="dk1"/>
                </a:solidFill>
              </a:defRPr>
            </a:lvl1pPr>
            <a:lvl2pPr marL="914400" lvl="1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2pPr>
            <a:lvl3pPr marL="1371600" lvl="2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3pPr>
            <a:lvl4pPr marL="1828800" lvl="3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4pPr>
            <a:lvl5pPr marL="2286000" lvl="4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5pPr>
            <a:lvl6pPr marL="2743200" lvl="5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marL="3200400" lvl="6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marL="3657600" lvl="7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marL="4114800" lvl="8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>
            <a:endParaRPr/>
          </a:p>
        </p:txBody>
      </p:sp>
      <p:sp>
        <p:nvSpPr>
          <p:cNvPr id="198" name="Google Shape;198;p21"/>
          <p:cNvSpPr txBox="1">
            <a:spLocks noGrp="1"/>
          </p:cNvSpPr>
          <p:nvPr>
            <p:ph type="body" idx="16"/>
          </p:nvPr>
        </p:nvSpPr>
        <p:spPr>
          <a:xfrm>
            <a:off x="9014684" y="3615907"/>
            <a:ext cx="2517600" cy="67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Arial"/>
              <a:buNone/>
              <a:defRPr sz="1600" b="0" i="0">
                <a:solidFill>
                  <a:schemeClr val="dk1"/>
                </a:solidFill>
              </a:defRPr>
            </a:lvl1pPr>
            <a:lvl2pPr marL="914400" lvl="1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2pPr>
            <a:lvl3pPr marL="1371600" lvl="2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3pPr>
            <a:lvl4pPr marL="1828800" lvl="3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4pPr>
            <a:lvl5pPr marL="2286000" lvl="4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5pPr>
            <a:lvl6pPr marL="2743200" lvl="5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marL="3200400" lvl="6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marL="3657600" lvl="7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marL="4114800" lvl="8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>
            <a:endParaRPr/>
          </a:p>
        </p:txBody>
      </p:sp>
      <p:sp>
        <p:nvSpPr>
          <p:cNvPr id="199" name="Google Shape;199;p21"/>
          <p:cNvSpPr>
            <a:spLocks noGrp="1"/>
          </p:cNvSpPr>
          <p:nvPr>
            <p:ph type="pic" idx="17"/>
          </p:nvPr>
        </p:nvSpPr>
        <p:spPr>
          <a:xfrm>
            <a:off x="3449395" y="1350324"/>
            <a:ext cx="1513200" cy="1513200"/>
          </a:xfrm>
          <a:prstGeom prst="rect">
            <a:avLst/>
          </a:prstGeom>
          <a:noFill/>
          <a:ln>
            <a:noFill/>
          </a:ln>
        </p:spPr>
      </p:sp>
      <p:sp>
        <p:nvSpPr>
          <p:cNvPr id="200" name="Google Shape;200;p21"/>
          <p:cNvSpPr>
            <a:spLocks noGrp="1"/>
          </p:cNvSpPr>
          <p:nvPr>
            <p:ph type="pic" idx="18"/>
          </p:nvPr>
        </p:nvSpPr>
        <p:spPr>
          <a:xfrm>
            <a:off x="6232040" y="1350324"/>
            <a:ext cx="1513200" cy="1513200"/>
          </a:xfrm>
          <a:prstGeom prst="rect">
            <a:avLst/>
          </a:prstGeom>
          <a:noFill/>
          <a:ln>
            <a:noFill/>
          </a:ln>
        </p:spPr>
      </p:sp>
      <p:sp>
        <p:nvSpPr>
          <p:cNvPr id="201" name="Google Shape;201;p21"/>
          <p:cNvSpPr>
            <a:spLocks noGrp="1"/>
          </p:cNvSpPr>
          <p:nvPr>
            <p:ph type="pic" idx="19"/>
          </p:nvPr>
        </p:nvSpPr>
        <p:spPr>
          <a:xfrm>
            <a:off x="9014684" y="1350324"/>
            <a:ext cx="1513200" cy="1513200"/>
          </a:xfrm>
          <a:prstGeom prst="rect">
            <a:avLst/>
          </a:prstGeom>
          <a:noFill/>
          <a:ln>
            <a:noFill/>
          </a:ln>
        </p:spPr>
      </p:sp>
      <p:sp>
        <p:nvSpPr>
          <p:cNvPr id="202" name="Google Shape;202;p21"/>
          <p:cNvSpPr txBox="1">
            <a:spLocks noGrp="1"/>
          </p:cNvSpPr>
          <p:nvPr>
            <p:ph type="body" idx="20"/>
          </p:nvPr>
        </p:nvSpPr>
        <p:spPr>
          <a:xfrm>
            <a:off x="2244695" y="6308723"/>
            <a:ext cx="8512500" cy="3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1600">
                <a:solidFill>
                  <a:schemeClr val="lt2"/>
                </a:solidFill>
              </a:defRPr>
            </a:lvl1pPr>
            <a:lvl2pPr marL="914400" lvl="1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2pPr>
            <a:lvl3pPr marL="1371600" lvl="2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3pPr>
            <a:lvl4pPr marL="1828800" lvl="3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4pPr>
            <a:lvl5pPr marL="2286000" lvl="4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5pPr>
            <a:lvl6pPr marL="2743200" lvl="5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marL="3200400" lvl="6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marL="3657600" lvl="7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marL="4114800" lvl="8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act Us">
  <p:cSld name="Contact Us">
    <p:bg>
      <p:bgPr>
        <a:solidFill>
          <a:srgbClr val="CFE2F3"/>
        </a:solidFill>
        <a:effectLst/>
      </p:bgPr>
    </p:bg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Google Shape;204;p22"/>
          <p:cNvPicPr preferRelativeResize="0"/>
          <p:nvPr/>
        </p:nvPicPr>
        <p:blipFill rotWithShape="1">
          <a:blip r:embed="rId2">
            <a:alphaModFix/>
          </a:blip>
          <a:srcRect b="53518"/>
          <a:stretch/>
        </p:blipFill>
        <p:spPr>
          <a:xfrm>
            <a:off x="666751" y="2386152"/>
            <a:ext cx="3358301" cy="9036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5" name="Google Shape;205;p22"/>
          <p:cNvGrpSpPr/>
          <p:nvPr/>
        </p:nvGrpSpPr>
        <p:grpSpPr>
          <a:xfrm>
            <a:off x="4233" y="6761503"/>
            <a:ext cx="12191695" cy="104397"/>
            <a:chOff x="0" y="5071254"/>
            <a:chExt cx="9144000" cy="78300"/>
          </a:xfrm>
        </p:grpSpPr>
        <p:sp>
          <p:nvSpPr>
            <p:cNvPr id="206" name="Google Shape;206;p22"/>
            <p:cNvSpPr/>
            <p:nvPr/>
          </p:nvSpPr>
          <p:spPr>
            <a:xfrm>
              <a:off x="0" y="5071254"/>
              <a:ext cx="2016000" cy="78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Calibri"/>
                <a:buNone/>
              </a:pPr>
              <a:endParaRPr sz="2400" b="0" i="0" u="none" strike="noStrike" cap="none">
                <a:solidFill>
                  <a:srgbClr val="EFEFF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" name="Google Shape;207;p22"/>
            <p:cNvSpPr/>
            <p:nvPr/>
          </p:nvSpPr>
          <p:spPr>
            <a:xfrm>
              <a:off x="2016000" y="5071254"/>
              <a:ext cx="7128000" cy="78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Calibri"/>
                <a:buNone/>
              </a:pPr>
              <a:endParaRPr sz="2400" b="0" i="0" u="none" strike="noStrike" cap="none">
                <a:solidFill>
                  <a:srgbClr val="EFEFF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8" name="Google Shape;208;p22"/>
          <p:cNvSpPr txBox="1">
            <a:spLocks noGrp="1"/>
          </p:cNvSpPr>
          <p:nvPr>
            <p:ph type="body" idx="1"/>
          </p:nvPr>
        </p:nvSpPr>
        <p:spPr>
          <a:xfrm>
            <a:off x="666750" y="3547454"/>
            <a:ext cx="10850100" cy="82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4700"/>
              <a:buNone/>
              <a:defRPr sz="3700">
                <a:solidFill>
                  <a:schemeClr val="accent3"/>
                </a:solidFill>
              </a:defRPr>
            </a:lvl1pPr>
            <a:lvl2pPr marL="914400" lvl="1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2pPr>
            <a:lvl3pPr marL="1371600" lvl="2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3pPr>
            <a:lvl4pPr marL="1828800" lvl="3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4pPr>
            <a:lvl5pPr marL="2286000" lvl="4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5pPr>
            <a:lvl6pPr marL="2743200" lvl="5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marL="3200400" lvl="6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marL="3657600" lvl="7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marL="4114800" lvl="8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>
            <a:endParaRPr/>
          </a:p>
        </p:txBody>
      </p:sp>
      <p:sp>
        <p:nvSpPr>
          <p:cNvPr id="209" name="Google Shape;209;p22"/>
          <p:cNvSpPr txBox="1">
            <a:spLocks noGrp="1"/>
          </p:cNvSpPr>
          <p:nvPr>
            <p:ph type="body" idx="2"/>
          </p:nvPr>
        </p:nvSpPr>
        <p:spPr>
          <a:xfrm>
            <a:off x="666754" y="4408274"/>
            <a:ext cx="10850100" cy="38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100"/>
              <a:buNone/>
              <a:defRPr sz="2400">
                <a:solidFill>
                  <a:schemeClr val="accent3"/>
                </a:solidFill>
              </a:defRPr>
            </a:lvl1pPr>
            <a:lvl2pPr marL="914400" lvl="1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2pPr>
            <a:lvl3pPr marL="1371600" lvl="2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3pPr>
            <a:lvl4pPr marL="1828800" lvl="3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4pPr>
            <a:lvl5pPr marL="2286000" lvl="4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5pPr>
            <a:lvl6pPr marL="2743200" lvl="5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marL="3200400" lvl="6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marL="3657600" lvl="7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marL="4114800" lvl="8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Title and Text_1"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3"/>
          <p:cNvSpPr txBox="1">
            <a:spLocks noGrp="1"/>
          </p:cNvSpPr>
          <p:nvPr>
            <p:ph type="title"/>
          </p:nvPr>
        </p:nvSpPr>
        <p:spPr>
          <a:xfrm>
            <a:off x="666751" y="366185"/>
            <a:ext cx="10850100" cy="7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121900" bIns="60925" anchor="ctr" anchorCtr="0">
            <a:noAutofit/>
          </a:bodyPr>
          <a:lstStyle>
            <a:lvl1pPr lv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ial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212" name="Google Shape;212;p23"/>
          <p:cNvSpPr txBox="1">
            <a:spLocks noGrp="1"/>
          </p:cNvSpPr>
          <p:nvPr>
            <p:ph type="body" idx="1"/>
          </p:nvPr>
        </p:nvSpPr>
        <p:spPr>
          <a:xfrm>
            <a:off x="666751" y="1762064"/>
            <a:ext cx="10850100" cy="38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121900" bIns="60925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7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7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700"/>
              <a:buNone/>
              <a:defRPr/>
            </a:lvl4pPr>
            <a:lvl5pPr marL="2286000" lvl="4" indent="-4254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100"/>
              <a:buChar char="-"/>
              <a:defRPr/>
            </a:lvl5pPr>
            <a:lvl6pPr marL="2743200" lvl="5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6pPr>
            <a:lvl7pPr marL="3200400" lvl="6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7pPr>
            <a:lvl8pPr marL="3657600" lvl="7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8pPr>
            <a:lvl9pPr marL="4114800" lvl="8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9pPr>
          </a:lstStyle>
          <a:p>
            <a:endParaRPr/>
          </a:p>
        </p:txBody>
      </p:sp>
      <p:sp>
        <p:nvSpPr>
          <p:cNvPr id="213" name="Google Shape;213;p23"/>
          <p:cNvSpPr txBox="1">
            <a:spLocks noGrp="1"/>
          </p:cNvSpPr>
          <p:nvPr>
            <p:ph type="body" idx="2"/>
          </p:nvPr>
        </p:nvSpPr>
        <p:spPr>
          <a:xfrm>
            <a:off x="666749" y="1220755"/>
            <a:ext cx="10850100" cy="4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121900" bIns="60925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100"/>
              <a:buFont typeface="Arial"/>
              <a:buNone/>
              <a:defRPr sz="2400" b="1">
                <a:solidFill>
                  <a:srgbClr val="222222"/>
                </a:solidFill>
              </a:defRPr>
            </a:lvl1pPr>
            <a:lvl2pPr marL="914400" lvl="1" indent="-4254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100"/>
              <a:buChar char="-"/>
              <a:defRPr/>
            </a:lvl2pPr>
            <a:lvl3pPr marL="1371600" lvl="2" indent="-4254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100"/>
              <a:buChar char="-"/>
              <a:defRPr/>
            </a:lvl3pPr>
            <a:lvl4pPr marL="1828800" lvl="3" indent="-4254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100"/>
              <a:buChar char="-"/>
              <a:defRPr/>
            </a:lvl4pPr>
            <a:lvl5pPr marL="2286000" lvl="4" indent="-4254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100"/>
              <a:buChar char="-"/>
              <a:defRPr/>
            </a:lvl5pPr>
            <a:lvl6pPr marL="2743200" lvl="5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6pPr>
            <a:lvl7pPr marL="3200400" lvl="6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7pPr>
            <a:lvl8pPr marL="3657600" lvl="7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8pPr>
            <a:lvl9pPr marL="4114800" lvl="8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9pPr>
          </a:lstStyle>
          <a:p>
            <a:endParaRPr/>
          </a:p>
        </p:txBody>
      </p:sp>
      <p:sp>
        <p:nvSpPr>
          <p:cNvPr id="214" name="Google Shape;214;p23"/>
          <p:cNvSpPr txBox="1">
            <a:spLocks noGrp="1"/>
          </p:cNvSpPr>
          <p:nvPr>
            <p:ph type="ftr" idx="11"/>
          </p:nvPr>
        </p:nvSpPr>
        <p:spPr>
          <a:xfrm>
            <a:off x="675216" y="5655759"/>
            <a:ext cx="10833300" cy="5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121900" bIns="60925" anchor="ctr" anchorCtr="0">
            <a:noAutofit/>
          </a:bodyPr>
          <a:lstStyle>
            <a:lvl1pPr lv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1pPr>
            <a:lvl2pPr lvl="1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2pPr>
            <a:lvl3pPr lvl="2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3pPr>
            <a:lvl4pPr lvl="3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4pPr>
            <a:lvl5pPr lvl="4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5pPr>
            <a:lvl6pPr lvl="5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6pPr>
            <a:lvl7pPr lvl="6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7pPr>
            <a:lvl8pPr lvl="7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8pPr>
            <a:lvl9pPr lvl="8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Title and Text_2"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4"/>
          <p:cNvSpPr txBox="1">
            <a:spLocks noGrp="1"/>
          </p:cNvSpPr>
          <p:nvPr>
            <p:ph type="title"/>
          </p:nvPr>
        </p:nvSpPr>
        <p:spPr>
          <a:xfrm>
            <a:off x="666751" y="366185"/>
            <a:ext cx="10850100" cy="7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121900" bIns="60925" anchor="ctr" anchorCtr="0">
            <a:noAutofit/>
          </a:bodyPr>
          <a:lstStyle>
            <a:lvl1pPr lv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ial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217" name="Google Shape;217;p24"/>
          <p:cNvSpPr txBox="1">
            <a:spLocks noGrp="1"/>
          </p:cNvSpPr>
          <p:nvPr>
            <p:ph type="body" idx="1"/>
          </p:nvPr>
        </p:nvSpPr>
        <p:spPr>
          <a:xfrm>
            <a:off x="666751" y="1762064"/>
            <a:ext cx="10850100" cy="38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121900" bIns="60925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7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7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700"/>
              <a:buNone/>
              <a:defRPr/>
            </a:lvl4pPr>
            <a:lvl5pPr marL="2286000" lvl="4" indent="-4254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100"/>
              <a:buChar char="-"/>
              <a:defRPr/>
            </a:lvl5pPr>
            <a:lvl6pPr marL="2743200" lvl="5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6pPr>
            <a:lvl7pPr marL="3200400" lvl="6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7pPr>
            <a:lvl8pPr marL="3657600" lvl="7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8pPr>
            <a:lvl9pPr marL="4114800" lvl="8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9pPr>
          </a:lstStyle>
          <a:p>
            <a:endParaRPr/>
          </a:p>
        </p:txBody>
      </p:sp>
      <p:sp>
        <p:nvSpPr>
          <p:cNvPr id="218" name="Google Shape;218;p24"/>
          <p:cNvSpPr txBox="1">
            <a:spLocks noGrp="1"/>
          </p:cNvSpPr>
          <p:nvPr>
            <p:ph type="body" idx="2"/>
          </p:nvPr>
        </p:nvSpPr>
        <p:spPr>
          <a:xfrm>
            <a:off x="666749" y="1220755"/>
            <a:ext cx="10850100" cy="4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121900" bIns="60925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100"/>
              <a:buFont typeface="Arial"/>
              <a:buNone/>
              <a:defRPr sz="2400" b="1">
                <a:solidFill>
                  <a:srgbClr val="222222"/>
                </a:solidFill>
              </a:defRPr>
            </a:lvl1pPr>
            <a:lvl2pPr marL="914400" lvl="1" indent="-4254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100"/>
              <a:buChar char="-"/>
              <a:defRPr/>
            </a:lvl2pPr>
            <a:lvl3pPr marL="1371600" lvl="2" indent="-4254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100"/>
              <a:buChar char="-"/>
              <a:defRPr/>
            </a:lvl3pPr>
            <a:lvl4pPr marL="1828800" lvl="3" indent="-4254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100"/>
              <a:buChar char="-"/>
              <a:defRPr/>
            </a:lvl4pPr>
            <a:lvl5pPr marL="2286000" lvl="4" indent="-4254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100"/>
              <a:buChar char="-"/>
              <a:defRPr/>
            </a:lvl5pPr>
            <a:lvl6pPr marL="2743200" lvl="5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6pPr>
            <a:lvl7pPr marL="3200400" lvl="6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7pPr>
            <a:lvl8pPr marL="3657600" lvl="7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8pPr>
            <a:lvl9pPr marL="4114800" lvl="8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9pPr>
          </a:lstStyle>
          <a:p>
            <a:endParaRPr/>
          </a:p>
        </p:txBody>
      </p:sp>
      <p:sp>
        <p:nvSpPr>
          <p:cNvPr id="219" name="Google Shape;219;p24"/>
          <p:cNvSpPr txBox="1">
            <a:spLocks noGrp="1"/>
          </p:cNvSpPr>
          <p:nvPr>
            <p:ph type="ftr" idx="11"/>
          </p:nvPr>
        </p:nvSpPr>
        <p:spPr>
          <a:xfrm>
            <a:off x="675216" y="5655759"/>
            <a:ext cx="10833300" cy="5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121900" bIns="60925" anchor="ctr" anchorCtr="0">
            <a:noAutofit/>
          </a:bodyPr>
          <a:lstStyle>
            <a:lvl1pPr lv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1pPr>
            <a:lvl2pPr lvl="1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2pPr>
            <a:lvl3pPr lvl="2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3pPr>
            <a:lvl4pPr lvl="3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4pPr>
            <a:lvl5pPr lvl="4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5pPr>
            <a:lvl6pPr lvl="5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6pPr>
            <a:lvl7pPr lvl="6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7pPr>
            <a:lvl8pPr lvl="7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8pPr>
            <a:lvl9pPr lvl="8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Title and Text_3"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5"/>
          <p:cNvSpPr txBox="1">
            <a:spLocks noGrp="1"/>
          </p:cNvSpPr>
          <p:nvPr>
            <p:ph type="title"/>
          </p:nvPr>
        </p:nvSpPr>
        <p:spPr>
          <a:xfrm>
            <a:off x="666751" y="366185"/>
            <a:ext cx="10850100" cy="7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121900" bIns="60925" anchor="ctr" anchorCtr="0">
            <a:noAutofit/>
          </a:bodyPr>
          <a:lstStyle>
            <a:lvl1pPr lv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ial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222" name="Google Shape;222;p25"/>
          <p:cNvSpPr txBox="1">
            <a:spLocks noGrp="1"/>
          </p:cNvSpPr>
          <p:nvPr>
            <p:ph type="body" idx="1"/>
          </p:nvPr>
        </p:nvSpPr>
        <p:spPr>
          <a:xfrm>
            <a:off x="666751" y="1762064"/>
            <a:ext cx="10850100" cy="38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121900" bIns="60925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7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7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700"/>
              <a:buNone/>
              <a:defRPr/>
            </a:lvl4pPr>
            <a:lvl5pPr marL="2286000" lvl="4" indent="-4254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100"/>
              <a:buChar char="-"/>
              <a:defRPr/>
            </a:lvl5pPr>
            <a:lvl6pPr marL="2743200" lvl="5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6pPr>
            <a:lvl7pPr marL="3200400" lvl="6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7pPr>
            <a:lvl8pPr marL="3657600" lvl="7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8pPr>
            <a:lvl9pPr marL="4114800" lvl="8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9pPr>
          </a:lstStyle>
          <a:p>
            <a:endParaRPr/>
          </a:p>
        </p:txBody>
      </p:sp>
      <p:sp>
        <p:nvSpPr>
          <p:cNvPr id="223" name="Google Shape;223;p25"/>
          <p:cNvSpPr txBox="1">
            <a:spLocks noGrp="1"/>
          </p:cNvSpPr>
          <p:nvPr>
            <p:ph type="body" idx="2"/>
          </p:nvPr>
        </p:nvSpPr>
        <p:spPr>
          <a:xfrm>
            <a:off x="666749" y="1220755"/>
            <a:ext cx="10850100" cy="4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121900" bIns="60925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100"/>
              <a:buFont typeface="Arial"/>
              <a:buNone/>
              <a:defRPr sz="2400" b="1">
                <a:solidFill>
                  <a:srgbClr val="222222"/>
                </a:solidFill>
              </a:defRPr>
            </a:lvl1pPr>
            <a:lvl2pPr marL="914400" lvl="1" indent="-4254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100"/>
              <a:buChar char="-"/>
              <a:defRPr/>
            </a:lvl2pPr>
            <a:lvl3pPr marL="1371600" lvl="2" indent="-4254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100"/>
              <a:buChar char="-"/>
              <a:defRPr/>
            </a:lvl3pPr>
            <a:lvl4pPr marL="1828800" lvl="3" indent="-4254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100"/>
              <a:buChar char="-"/>
              <a:defRPr/>
            </a:lvl4pPr>
            <a:lvl5pPr marL="2286000" lvl="4" indent="-4254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100"/>
              <a:buChar char="-"/>
              <a:defRPr/>
            </a:lvl5pPr>
            <a:lvl6pPr marL="2743200" lvl="5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6pPr>
            <a:lvl7pPr marL="3200400" lvl="6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7pPr>
            <a:lvl8pPr marL="3657600" lvl="7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8pPr>
            <a:lvl9pPr marL="4114800" lvl="8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9pPr>
          </a:lstStyle>
          <a:p>
            <a:endParaRPr/>
          </a:p>
        </p:txBody>
      </p:sp>
      <p:sp>
        <p:nvSpPr>
          <p:cNvPr id="224" name="Google Shape;224;p25"/>
          <p:cNvSpPr txBox="1">
            <a:spLocks noGrp="1"/>
          </p:cNvSpPr>
          <p:nvPr>
            <p:ph type="ftr" idx="11"/>
          </p:nvPr>
        </p:nvSpPr>
        <p:spPr>
          <a:xfrm>
            <a:off x="675216" y="5655759"/>
            <a:ext cx="10833300" cy="5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121900" bIns="60925" anchor="ctr" anchorCtr="0">
            <a:noAutofit/>
          </a:bodyPr>
          <a:lstStyle>
            <a:lvl1pPr lv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1pPr>
            <a:lvl2pPr lvl="1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2pPr>
            <a:lvl3pPr lvl="2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3pPr>
            <a:lvl4pPr lvl="3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4pPr>
            <a:lvl5pPr lvl="4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5pPr>
            <a:lvl6pPr lvl="5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6pPr>
            <a:lvl7pPr lvl="6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7pPr>
            <a:lvl8pPr lvl="7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8pPr>
            <a:lvl9pPr lvl="8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4">
  <p:cSld name="Title and Text_4"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6"/>
          <p:cNvSpPr txBox="1">
            <a:spLocks noGrp="1"/>
          </p:cNvSpPr>
          <p:nvPr>
            <p:ph type="title"/>
          </p:nvPr>
        </p:nvSpPr>
        <p:spPr>
          <a:xfrm>
            <a:off x="666751" y="366185"/>
            <a:ext cx="10850100" cy="7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121900" bIns="60925" anchor="ctr" anchorCtr="0">
            <a:noAutofit/>
          </a:bodyPr>
          <a:lstStyle>
            <a:lvl1pPr lv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ial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227" name="Google Shape;227;p26"/>
          <p:cNvSpPr txBox="1">
            <a:spLocks noGrp="1"/>
          </p:cNvSpPr>
          <p:nvPr>
            <p:ph type="body" idx="1"/>
          </p:nvPr>
        </p:nvSpPr>
        <p:spPr>
          <a:xfrm>
            <a:off x="666751" y="1762064"/>
            <a:ext cx="10850100" cy="38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121900" bIns="60925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7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7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700"/>
              <a:buNone/>
              <a:defRPr/>
            </a:lvl4pPr>
            <a:lvl5pPr marL="2286000" lvl="4" indent="-4254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100"/>
              <a:buChar char="-"/>
              <a:defRPr/>
            </a:lvl5pPr>
            <a:lvl6pPr marL="2743200" lvl="5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6pPr>
            <a:lvl7pPr marL="3200400" lvl="6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7pPr>
            <a:lvl8pPr marL="3657600" lvl="7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8pPr>
            <a:lvl9pPr marL="4114800" lvl="8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9pPr>
          </a:lstStyle>
          <a:p>
            <a:endParaRPr/>
          </a:p>
        </p:txBody>
      </p:sp>
      <p:sp>
        <p:nvSpPr>
          <p:cNvPr id="228" name="Google Shape;228;p26"/>
          <p:cNvSpPr txBox="1">
            <a:spLocks noGrp="1"/>
          </p:cNvSpPr>
          <p:nvPr>
            <p:ph type="body" idx="2"/>
          </p:nvPr>
        </p:nvSpPr>
        <p:spPr>
          <a:xfrm>
            <a:off x="666749" y="1220755"/>
            <a:ext cx="10850100" cy="4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121900" bIns="60925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100"/>
              <a:buFont typeface="Arial"/>
              <a:buNone/>
              <a:defRPr sz="2400" b="1">
                <a:solidFill>
                  <a:srgbClr val="222222"/>
                </a:solidFill>
              </a:defRPr>
            </a:lvl1pPr>
            <a:lvl2pPr marL="914400" lvl="1" indent="-4254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100"/>
              <a:buChar char="-"/>
              <a:defRPr/>
            </a:lvl2pPr>
            <a:lvl3pPr marL="1371600" lvl="2" indent="-4254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100"/>
              <a:buChar char="-"/>
              <a:defRPr/>
            </a:lvl3pPr>
            <a:lvl4pPr marL="1828800" lvl="3" indent="-4254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100"/>
              <a:buChar char="-"/>
              <a:defRPr/>
            </a:lvl4pPr>
            <a:lvl5pPr marL="2286000" lvl="4" indent="-4254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100"/>
              <a:buChar char="-"/>
              <a:defRPr/>
            </a:lvl5pPr>
            <a:lvl6pPr marL="2743200" lvl="5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6pPr>
            <a:lvl7pPr marL="3200400" lvl="6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7pPr>
            <a:lvl8pPr marL="3657600" lvl="7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8pPr>
            <a:lvl9pPr marL="4114800" lvl="8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9pPr>
          </a:lstStyle>
          <a:p>
            <a:endParaRPr/>
          </a:p>
        </p:txBody>
      </p:sp>
      <p:sp>
        <p:nvSpPr>
          <p:cNvPr id="229" name="Google Shape;229;p26"/>
          <p:cNvSpPr txBox="1">
            <a:spLocks noGrp="1"/>
          </p:cNvSpPr>
          <p:nvPr>
            <p:ph type="ftr" idx="11"/>
          </p:nvPr>
        </p:nvSpPr>
        <p:spPr>
          <a:xfrm>
            <a:off x="675216" y="5655759"/>
            <a:ext cx="10833300" cy="5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121900" bIns="60925" anchor="ctr" anchorCtr="0">
            <a:noAutofit/>
          </a:bodyPr>
          <a:lstStyle>
            <a:lvl1pPr lv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1pPr>
            <a:lvl2pPr lvl="1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2pPr>
            <a:lvl3pPr lvl="2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3pPr>
            <a:lvl4pPr lvl="3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4pPr>
            <a:lvl5pPr lvl="4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5pPr>
            <a:lvl6pPr lvl="5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6pPr>
            <a:lvl7pPr lvl="6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7pPr>
            <a:lvl8pPr lvl="7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8pPr>
            <a:lvl9pPr lvl="8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5">
  <p:cSld name="Title and Text_5"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7"/>
          <p:cNvSpPr txBox="1">
            <a:spLocks noGrp="1"/>
          </p:cNvSpPr>
          <p:nvPr>
            <p:ph type="title"/>
          </p:nvPr>
        </p:nvSpPr>
        <p:spPr>
          <a:xfrm>
            <a:off x="666751" y="366185"/>
            <a:ext cx="10850100" cy="7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121900" bIns="60925" anchor="ctr" anchorCtr="0">
            <a:noAutofit/>
          </a:bodyPr>
          <a:lstStyle>
            <a:lvl1pPr lv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ial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232" name="Google Shape;232;p27"/>
          <p:cNvSpPr txBox="1">
            <a:spLocks noGrp="1"/>
          </p:cNvSpPr>
          <p:nvPr>
            <p:ph type="body" idx="1"/>
          </p:nvPr>
        </p:nvSpPr>
        <p:spPr>
          <a:xfrm>
            <a:off x="666751" y="1762064"/>
            <a:ext cx="10850100" cy="38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121900" bIns="60925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7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7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700"/>
              <a:buNone/>
              <a:defRPr/>
            </a:lvl4pPr>
            <a:lvl5pPr marL="2286000" lvl="4" indent="-4254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100"/>
              <a:buChar char="-"/>
              <a:defRPr/>
            </a:lvl5pPr>
            <a:lvl6pPr marL="2743200" lvl="5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6pPr>
            <a:lvl7pPr marL="3200400" lvl="6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7pPr>
            <a:lvl8pPr marL="3657600" lvl="7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8pPr>
            <a:lvl9pPr marL="4114800" lvl="8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9pPr>
          </a:lstStyle>
          <a:p>
            <a:endParaRPr/>
          </a:p>
        </p:txBody>
      </p:sp>
      <p:sp>
        <p:nvSpPr>
          <p:cNvPr id="233" name="Google Shape;233;p27"/>
          <p:cNvSpPr txBox="1">
            <a:spLocks noGrp="1"/>
          </p:cNvSpPr>
          <p:nvPr>
            <p:ph type="body" idx="2"/>
          </p:nvPr>
        </p:nvSpPr>
        <p:spPr>
          <a:xfrm>
            <a:off x="666749" y="1220755"/>
            <a:ext cx="10850100" cy="4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121900" bIns="60925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100"/>
              <a:buFont typeface="Arial"/>
              <a:buNone/>
              <a:defRPr sz="2400" b="1">
                <a:solidFill>
                  <a:srgbClr val="222222"/>
                </a:solidFill>
              </a:defRPr>
            </a:lvl1pPr>
            <a:lvl2pPr marL="914400" lvl="1" indent="-4254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100"/>
              <a:buChar char="-"/>
              <a:defRPr/>
            </a:lvl2pPr>
            <a:lvl3pPr marL="1371600" lvl="2" indent="-4254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100"/>
              <a:buChar char="-"/>
              <a:defRPr/>
            </a:lvl3pPr>
            <a:lvl4pPr marL="1828800" lvl="3" indent="-4254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100"/>
              <a:buChar char="-"/>
              <a:defRPr/>
            </a:lvl4pPr>
            <a:lvl5pPr marL="2286000" lvl="4" indent="-4254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100"/>
              <a:buChar char="-"/>
              <a:defRPr/>
            </a:lvl5pPr>
            <a:lvl6pPr marL="2743200" lvl="5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6pPr>
            <a:lvl7pPr marL="3200400" lvl="6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7pPr>
            <a:lvl8pPr marL="3657600" lvl="7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8pPr>
            <a:lvl9pPr marL="4114800" lvl="8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9pPr>
          </a:lstStyle>
          <a:p>
            <a:endParaRPr/>
          </a:p>
        </p:txBody>
      </p:sp>
      <p:sp>
        <p:nvSpPr>
          <p:cNvPr id="234" name="Google Shape;234;p27"/>
          <p:cNvSpPr txBox="1">
            <a:spLocks noGrp="1"/>
          </p:cNvSpPr>
          <p:nvPr>
            <p:ph type="ftr" idx="11"/>
          </p:nvPr>
        </p:nvSpPr>
        <p:spPr>
          <a:xfrm>
            <a:off x="675216" y="5655759"/>
            <a:ext cx="10833300" cy="5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121900" bIns="60925" anchor="ctr" anchorCtr="0">
            <a:noAutofit/>
          </a:bodyPr>
          <a:lstStyle>
            <a:lvl1pPr lv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1pPr>
            <a:lvl2pPr lvl="1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2pPr>
            <a:lvl3pPr lvl="2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3pPr>
            <a:lvl4pPr lvl="3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4pPr>
            <a:lvl5pPr lvl="4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5pPr>
            <a:lvl6pPr lvl="5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6pPr>
            <a:lvl7pPr lvl="6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7pPr>
            <a:lvl8pPr lvl="7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8pPr>
            <a:lvl9pPr lvl="8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6">
  <p:cSld name="Title and Text_6"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8"/>
          <p:cNvSpPr txBox="1">
            <a:spLocks noGrp="1"/>
          </p:cNvSpPr>
          <p:nvPr>
            <p:ph type="title"/>
          </p:nvPr>
        </p:nvSpPr>
        <p:spPr>
          <a:xfrm>
            <a:off x="666751" y="366185"/>
            <a:ext cx="10850100" cy="7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121900" bIns="60925" anchor="ctr" anchorCtr="0">
            <a:noAutofit/>
          </a:bodyPr>
          <a:lstStyle>
            <a:lvl1pPr lv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ial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237" name="Google Shape;237;p28"/>
          <p:cNvSpPr txBox="1">
            <a:spLocks noGrp="1"/>
          </p:cNvSpPr>
          <p:nvPr>
            <p:ph type="body" idx="1"/>
          </p:nvPr>
        </p:nvSpPr>
        <p:spPr>
          <a:xfrm>
            <a:off x="666751" y="1762064"/>
            <a:ext cx="10850100" cy="38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121900" bIns="60925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7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7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700"/>
              <a:buNone/>
              <a:defRPr/>
            </a:lvl4pPr>
            <a:lvl5pPr marL="2286000" lvl="4" indent="-4254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100"/>
              <a:buChar char="-"/>
              <a:defRPr/>
            </a:lvl5pPr>
            <a:lvl6pPr marL="2743200" lvl="5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6pPr>
            <a:lvl7pPr marL="3200400" lvl="6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7pPr>
            <a:lvl8pPr marL="3657600" lvl="7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8pPr>
            <a:lvl9pPr marL="4114800" lvl="8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9pPr>
          </a:lstStyle>
          <a:p>
            <a:endParaRPr/>
          </a:p>
        </p:txBody>
      </p:sp>
      <p:sp>
        <p:nvSpPr>
          <p:cNvPr id="238" name="Google Shape;238;p28"/>
          <p:cNvSpPr txBox="1">
            <a:spLocks noGrp="1"/>
          </p:cNvSpPr>
          <p:nvPr>
            <p:ph type="body" idx="2"/>
          </p:nvPr>
        </p:nvSpPr>
        <p:spPr>
          <a:xfrm>
            <a:off x="666749" y="1220755"/>
            <a:ext cx="10850100" cy="4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121900" bIns="60925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100"/>
              <a:buFont typeface="Arial"/>
              <a:buNone/>
              <a:defRPr sz="2400" b="1">
                <a:solidFill>
                  <a:srgbClr val="222222"/>
                </a:solidFill>
              </a:defRPr>
            </a:lvl1pPr>
            <a:lvl2pPr marL="914400" lvl="1" indent="-4254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100"/>
              <a:buChar char="-"/>
              <a:defRPr/>
            </a:lvl2pPr>
            <a:lvl3pPr marL="1371600" lvl="2" indent="-4254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100"/>
              <a:buChar char="-"/>
              <a:defRPr/>
            </a:lvl3pPr>
            <a:lvl4pPr marL="1828800" lvl="3" indent="-4254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100"/>
              <a:buChar char="-"/>
              <a:defRPr/>
            </a:lvl4pPr>
            <a:lvl5pPr marL="2286000" lvl="4" indent="-4254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100"/>
              <a:buChar char="-"/>
              <a:defRPr/>
            </a:lvl5pPr>
            <a:lvl6pPr marL="2743200" lvl="5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6pPr>
            <a:lvl7pPr marL="3200400" lvl="6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7pPr>
            <a:lvl8pPr marL="3657600" lvl="7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8pPr>
            <a:lvl9pPr marL="4114800" lvl="8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9pPr>
          </a:lstStyle>
          <a:p>
            <a:endParaRPr/>
          </a:p>
        </p:txBody>
      </p:sp>
      <p:sp>
        <p:nvSpPr>
          <p:cNvPr id="239" name="Google Shape;239;p28"/>
          <p:cNvSpPr txBox="1">
            <a:spLocks noGrp="1"/>
          </p:cNvSpPr>
          <p:nvPr>
            <p:ph type="ftr" idx="11"/>
          </p:nvPr>
        </p:nvSpPr>
        <p:spPr>
          <a:xfrm>
            <a:off x="675216" y="5655759"/>
            <a:ext cx="10833300" cy="5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121900" bIns="60925" anchor="ctr" anchorCtr="0">
            <a:noAutofit/>
          </a:bodyPr>
          <a:lstStyle>
            <a:lvl1pPr lv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1pPr>
            <a:lvl2pPr lvl="1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2pPr>
            <a:lvl3pPr lvl="2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3pPr>
            <a:lvl4pPr lvl="3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4pPr>
            <a:lvl5pPr lvl="4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5pPr>
            <a:lvl6pPr lvl="5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6pPr>
            <a:lvl7pPr lvl="6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7pPr>
            <a:lvl8pPr lvl="7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8pPr>
            <a:lvl9pPr lvl="8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7">
  <p:cSld name="Title and Text_7"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9"/>
          <p:cNvSpPr txBox="1">
            <a:spLocks noGrp="1"/>
          </p:cNvSpPr>
          <p:nvPr>
            <p:ph type="title"/>
          </p:nvPr>
        </p:nvSpPr>
        <p:spPr>
          <a:xfrm>
            <a:off x="666751" y="366185"/>
            <a:ext cx="10850100" cy="7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121900" bIns="60925" anchor="ctr" anchorCtr="0">
            <a:noAutofit/>
          </a:bodyPr>
          <a:lstStyle>
            <a:lvl1pPr lv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ial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242" name="Google Shape;242;p29"/>
          <p:cNvSpPr txBox="1">
            <a:spLocks noGrp="1"/>
          </p:cNvSpPr>
          <p:nvPr>
            <p:ph type="body" idx="1"/>
          </p:nvPr>
        </p:nvSpPr>
        <p:spPr>
          <a:xfrm>
            <a:off x="666751" y="1762064"/>
            <a:ext cx="10850100" cy="38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121900" bIns="60925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7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7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700"/>
              <a:buNone/>
              <a:defRPr/>
            </a:lvl4pPr>
            <a:lvl5pPr marL="2286000" lvl="4" indent="-4254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100"/>
              <a:buChar char="-"/>
              <a:defRPr/>
            </a:lvl5pPr>
            <a:lvl6pPr marL="2743200" lvl="5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6pPr>
            <a:lvl7pPr marL="3200400" lvl="6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7pPr>
            <a:lvl8pPr marL="3657600" lvl="7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8pPr>
            <a:lvl9pPr marL="4114800" lvl="8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9pPr>
          </a:lstStyle>
          <a:p>
            <a:endParaRPr/>
          </a:p>
        </p:txBody>
      </p:sp>
      <p:sp>
        <p:nvSpPr>
          <p:cNvPr id="243" name="Google Shape;243;p29"/>
          <p:cNvSpPr txBox="1">
            <a:spLocks noGrp="1"/>
          </p:cNvSpPr>
          <p:nvPr>
            <p:ph type="body" idx="2"/>
          </p:nvPr>
        </p:nvSpPr>
        <p:spPr>
          <a:xfrm>
            <a:off x="666749" y="1220755"/>
            <a:ext cx="10850100" cy="4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121900" bIns="60925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100"/>
              <a:buFont typeface="Arial"/>
              <a:buNone/>
              <a:defRPr sz="2400" b="1">
                <a:solidFill>
                  <a:srgbClr val="222222"/>
                </a:solidFill>
              </a:defRPr>
            </a:lvl1pPr>
            <a:lvl2pPr marL="914400" lvl="1" indent="-4254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100"/>
              <a:buChar char="-"/>
              <a:defRPr/>
            </a:lvl2pPr>
            <a:lvl3pPr marL="1371600" lvl="2" indent="-4254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100"/>
              <a:buChar char="-"/>
              <a:defRPr/>
            </a:lvl3pPr>
            <a:lvl4pPr marL="1828800" lvl="3" indent="-4254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100"/>
              <a:buChar char="-"/>
              <a:defRPr/>
            </a:lvl4pPr>
            <a:lvl5pPr marL="2286000" lvl="4" indent="-4254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100"/>
              <a:buChar char="-"/>
              <a:defRPr/>
            </a:lvl5pPr>
            <a:lvl6pPr marL="2743200" lvl="5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6pPr>
            <a:lvl7pPr marL="3200400" lvl="6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7pPr>
            <a:lvl8pPr marL="3657600" lvl="7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8pPr>
            <a:lvl9pPr marL="4114800" lvl="8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9pPr>
          </a:lstStyle>
          <a:p>
            <a:endParaRPr/>
          </a:p>
        </p:txBody>
      </p:sp>
      <p:sp>
        <p:nvSpPr>
          <p:cNvPr id="244" name="Google Shape;244;p29"/>
          <p:cNvSpPr txBox="1">
            <a:spLocks noGrp="1"/>
          </p:cNvSpPr>
          <p:nvPr>
            <p:ph type="ftr" idx="11"/>
          </p:nvPr>
        </p:nvSpPr>
        <p:spPr>
          <a:xfrm>
            <a:off x="675216" y="5655759"/>
            <a:ext cx="10833300" cy="5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121900" bIns="60925" anchor="ctr" anchorCtr="0">
            <a:noAutofit/>
          </a:bodyPr>
          <a:lstStyle>
            <a:lvl1pPr lv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1pPr>
            <a:lvl2pPr lvl="1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2pPr>
            <a:lvl3pPr lvl="2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3pPr>
            <a:lvl4pPr lvl="3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4pPr>
            <a:lvl5pPr lvl="4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5pPr>
            <a:lvl6pPr lvl="5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6pPr>
            <a:lvl7pPr lvl="6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7pPr>
            <a:lvl8pPr lvl="7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8pPr>
            <a:lvl9pPr lvl="8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8">
  <p:cSld name="Title and Text_8"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0"/>
          <p:cNvSpPr txBox="1">
            <a:spLocks noGrp="1"/>
          </p:cNvSpPr>
          <p:nvPr>
            <p:ph type="title"/>
          </p:nvPr>
        </p:nvSpPr>
        <p:spPr>
          <a:xfrm>
            <a:off x="666751" y="366185"/>
            <a:ext cx="10850100" cy="7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121900" bIns="60925" anchor="ctr" anchorCtr="0">
            <a:noAutofit/>
          </a:bodyPr>
          <a:lstStyle>
            <a:lvl1pPr lv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ial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247" name="Google Shape;247;p30"/>
          <p:cNvSpPr txBox="1">
            <a:spLocks noGrp="1"/>
          </p:cNvSpPr>
          <p:nvPr>
            <p:ph type="body" idx="1"/>
          </p:nvPr>
        </p:nvSpPr>
        <p:spPr>
          <a:xfrm>
            <a:off x="666751" y="1762064"/>
            <a:ext cx="10850100" cy="38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121900" bIns="60925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7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7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700"/>
              <a:buNone/>
              <a:defRPr/>
            </a:lvl4pPr>
            <a:lvl5pPr marL="2286000" lvl="4" indent="-4254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100"/>
              <a:buChar char="-"/>
              <a:defRPr/>
            </a:lvl5pPr>
            <a:lvl6pPr marL="2743200" lvl="5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6pPr>
            <a:lvl7pPr marL="3200400" lvl="6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7pPr>
            <a:lvl8pPr marL="3657600" lvl="7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8pPr>
            <a:lvl9pPr marL="4114800" lvl="8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9pPr>
          </a:lstStyle>
          <a:p>
            <a:endParaRPr/>
          </a:p>
        </p:txBody>
      </p:sp>
      <p:sp>
        <p:nvSpPr>
          <p:cNvPr id="248" name="Google Shape;248;p30"/>
          <p:cNvSpPr txBox="1">
            <a:spLocks noGrp="1"/>
          </p:cNvSpPr>
          <p:nvPr>
            <p:ph type="body" idx="2"/>
          </p:nvPr>
        </p:nvSpPr>
        <p:spPr>
          <a:xfrm>
            <a:off x="666749" y="1220755"/>
            <a:ext cx="10850100" cy="4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121900" bIns="60925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100"/>
              <a:buFont typeface="Arial"/>
              <a:buNone/>
              <a:defRPr sz="2400" b="1">
                <a:solidFill>
                  <a:srgbClr val="222222"/>
                </a:solidFill>
              </a:defRPr>
            </a:lvl1pPr>
            <a:lvl2pPr marL="914400" lvl="1" indent="-4254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100"/>
              <a:buChar char="-"/>
              <a:defRPr/>
            </a:lvl2pPr>
            <a:lvl3pPr marL="1371600" lvl="2" indent="-4254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100"/>
              <a:buChar char="-"/>
              <a:defRPr/>
            </a:lvl3pPr>
            <a:lvl4pPr marL="1828800" lvl="3" indent="-4254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100"/>
              <a:buChar char="-"/>
              <a:defRPr/>
            </a:lvl4pPr>
            <a:lvl5pPr marL="2286000" lvl="4" indent="-4254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100"/>
              <a:buChar char="-"/>
              <a:defRPr/>
            </a:lvl5pPr>
            <a:lvl6pPr marL="2743200" lvl="5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6pPr>
            <a:lvl7pPr marL="3200400" lvl="6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7pPr>
            <a:lvl8pPr marL="3657600" lvl="7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8pPr>
            <a:lvl9pPr marL="4114800" lvl="8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9pPr>
          </a:lstStyle>
          <a:p>
            <a:endParaRPr/>
          </a:p>
        </p:txBody>
      </p:sp>
      <p:sp>
        <p:nvSpPr>
          <p:cNvPr id="249" name="Google Shape;249;p30"/>
          <p:cNvSpPr txBox="1">
            <a:spLocks noGrp="1"/>
          </p:cNvSpPr>
          <p:nvPr>
            <p:ph type="ftr" idx="11"/>
          </p:nvPr>
        </p:nvSpPr>
        <p:spPr>
          <a:xfrm>
            <a:off x="675216" y="5655759"/>
            <a:ext cx="10833300" cy="5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121900" bIns="60925" anchor="ctr" anchorCtr="0">
            <a:noAutofit/>
          </a:bodyPr>
          <a:lstStyle>
            <a:lvl1pPr lv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1pPr>
            <a:lvl2pPr lvl="1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2pPr>
            <a:lvl3pPr lvl="2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3pPr>
            <a:lvl4pPr lvl="3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4pPr>
            <a:lvl5pPr lvl="4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5pPr>
            <a:lvl6pPr lvl="5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6pPr>
            <a:lvl7pPr lvl="6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7pPr>
            <a:lvl8pPr lvl="7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8pPr>
            <a:lvl9pPr lvl="8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1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</p:spPr>
        <p:txBody>
          <a:bodyPr spcFirstLastPara="1" wrap="square" lIns="0" tIns="45700" rIns="91425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>
            <a:endParaRPr/>
          </a:p>
        </p:txBody>
      </p:sp>
      <p:sp>
        <p:nvSpPr>
          <p:cNvPr id="252" name="Google Shape;252;p31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</p:spPr>
        <p:txBody>
          <a:bodyPr spcFirstLastPara="1" wrap="square" lIns="0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>
            <a:endParaRPr/>
          </a:p>
        </p:txBody>
      </p:sp>
      <p:sp>
        <p:nvSpPr>
          <p:cNvPr id="253" name="Google Shape;253;p31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9">
  <p:cSld name="Title and Text_9"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2"/>
          <p:cNvSpPr txBox="1">
            <a:spLocks noGrp="1"/>
          </p:cNvSpPr>
          <p:nvPr>
            <p:ph type="title"/>
          </p:nvPr>
        </p:nvSpPr>
        <p:spPr>
          <a:xfrm>
            <a:off x="666751" y="366185"/>
            <a:ext cx="10850100" cy="7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121900" bIns="60925" anchor="ctr" anchorCtr="0">
            <a:noAutofit/>
          </a:bodyPr>
          <a:lstStyle>
            <a:lvl1pPr lv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ial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256" name="Google Shape;256;p32"/>
          <p:cNvSpPr txBox="1">
            <a:spLocks noGrp="1"/>
          </p:cNvSpPr>
          <p:nvPr>
            <p:ph type="body" idx="1"/>
          </p:nvPr>
        </p:nvSpPr>
        <p:spPr>
          <a:xfrm>
            <a:off x="666751" y="1762064"/>
            <a:ext cx="10850100" cy="38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121900" bIns="60925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7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7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700"/>
              <a:buNone/>
              <a:defRPr/>
            </a:lvl4pPr>
            <a:lvl5pPr marL="2286000" lvl="4" indent="-4191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000"/>
              <a:buChar char="-"/>
              <a:defRPr/>
            </a:lvl5pPr>
            <a:lvl6pPr marL="2743200" lvl="5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6pPr>
            <a:lvl7pPr marL="3200400" lvl="6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7pPr>
            <a:lvl8pPr marL="3657600" lvl="7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8pPr>
            <a:lvl9pPr marL="4114800" lvl="8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9pPr>
          </a:lstStyle>
          <a:p>
            <a:endParaRPr/>
          </a:p>
        </p:txBody>
      </p:sp>
      <p:sp>
        <p:nvSpPr>
          <p:cNvPr id="257" name="Google Shape;257;p32"/>
          <p:cNvSpPr txBox="1">
            <a:spLocks noGrp="1"/>
          </p:cNvSpPr>
          <p:nvPr>
            <p:ph type="body" idx="2"/>
          </p:nvPr>
        </p:nvSpPr>
        <p:spPr>
          <a:xfrm>
            <a:off x="666749" y="1220755"/>
            <a:ext cx="10850100" cy="4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121900" bIns="60925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000"/>
              <a:buFont typeface="Arial"/>
              <a:buNone/>
              <a:defRPr sz="2400" b="1">
                <a:solidFill>
                  <a:srgbClr val="222222"/>
                </a:solidFill>
              </a:defRPr>
            </a:lvl1pPr>
            <a:lvl2pPr marL="914400" lvl="1" indent="-4191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000"/>
              <a:buChar char="-"/>
              <a:defRPr/>
            </a:lvl2pPr>
            <a:lvl3pPr marL="1371600" lvl="2" indent="-4191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000"/>
              <a:buChar char="-"/>
              <a:defRPr/>
            </a:lvl3pPr>
            <a:lvl4pPr marL="1828800" lvl="3" indent="-4191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000"/>
              <a:buChar char="-"/>
              <a:defRPr/>
            </a:lvl4pPr>
            <a:lvl5pPr marL="2286000" lvl="4" indent="-4191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000"/>
              <a:buChar char="-"/>
              <a:defRPr/>
            </a:lvl5pPr>
            <a:lvl6pPr marL="2743200" lvl="5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6pPr>
            <a:lvl7pPr marL="3200400" lvl="6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7pPr>
            <a:lvl8pPr marL="3657600" lvl="7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8pPr>
            <a:lvl9pPr marL="4114800" lvl="8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9pPr>
          </a:lstStyle>
          <a:p>
            <a:endParaRPr/>
          </a:p>
        </p:txBody>
      </p:sp>
      <p:sp>
        <p:nvSpPr>
          <p:cNvPr id="258" name="Google Shape;258;p32"/>
          <p:cNvSpPr txBox="1">
            <a:spLocks noGrp="1"/>
          </p:cNvSpPr>
          <p:nvPr>
            <p:ph type="ftr" idx="11"/>
          </p:nvPr>
        </p:nvSpPr>
        <p:spPr>
          <a:xfrm>
            <a:off x="675216" y="5655759"/>
            <a:ext cx="10833300" cy="5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121900" bIns="60925" anchor="ctr" anchorCtr="0">
            <a:noAutofit/>
          </a:bodyPr>
          <a:lstStyle>
            <a:lvl1pPr lv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1pPr>
            <a:lvl2pPr lvl="1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2pPr>
            <a:lvl3pPr lvl="2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3pPr>
            <a:lvl4pPr lvl="3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4pPr>
            <a:lvl5pPr lvl="4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5pPr>
            <a:lvl6pPr lvl="5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6pPr>
            <a:lvl7pPr lvl="6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7pPr>
            <a:lvl8pPr lvl="7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8pPr>
            <a:lvl9pPr lvl="8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1" type="obj">
  <p:cSld name="OBJECT"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3"/>
          <p:cNvSpPr txBox="1">
            <a:spLocks noGrp="1"/>
          </p:cNvSpPr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75" tIns="30475" rIns="60975" bIns="3047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261" name="Google Shape;261;p33"/>
          <p:cNvSpPr txBox="1">
            <a:spLocks noGrp="1"/>
          </p:cNvSpPr>
          <p:nvPr>
            <p:ph type="body" idx="1"/>
          </p:nvPr>
        </p:nvSpPr>
        <p:spPr>
          <a:xfrm>
            <a:off x="304800" y="1066800"/>
            <a:ext cx="5486400" cy="30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75" tIns="30475" rIns="60975" bIns="30475" anchor="t" anchorCtr="0">
            <a:normAutofit/>
          </a:bodyPr>
          <a:lstStyle>
            <a:lvl1pPr marL="457200" lvl="0" indent="-30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1pPr>
            <a:lvl2pPr marL="914400" lvl="1" indent="-30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-"/>
              <a:defRPr/>
            </a:lvl2pPr>
            <a:lvl3pPr marL="1371600" lvl="2" indent="-30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-"/>
              <a:defRPr/>
            </a:lvl3pPr>
            <a:lvl4pPr marL="1828800" lvl="3" indent="-30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-"/>
              <a:defRPr/>
            </a:lvl4pPr>
            <a:lvl5pPr marL="2286000" lvl="4" indent="-30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-"/>
              <a:defRPr/>
            </a:lvl5pPr>
            <a:lvl6pPr marL="2743200" lvl="5" indent="-30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6pPr>
            <a:lvl7pPr marL="3200400" lvl="6" indent="-30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7pPr>
            <a:lvl8pPr marL="3657600" lvl="7" indent="-30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8pPr>
            <a:lvl9pPr marL="4114800" lvl="8" indent="-30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9pPr>
          </a:lstStyle>
          <a:p>
            <a:endParaRPr/>
          </a:p>
        </p:txBody>
      </p:sp>
      <p:sp>
        <p:nvSpPr>
          <p:cNvPr id="262" name="Google Shape;262;p33"/>
          <p:cNvSpPr txBox="1">
            <a:spLocks noGrp="1"/>
          </p:cNvSpPr>
          <p:nvPr>
            <p:ph type="dt" idx="10"/>
          </p:nvPr>
        </p:nvSpPr>
        <p:spPr>
          <a:xfrm>
            <a:off x="304800" y="4237567"/>
            <a:ext cx="1422300" cy="2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75" tIns="30475" rIns="60975" bIns="304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1pPr>
            <a:lvl2pPr lvl="1"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2pPr>
            <a:lvl3pPr lvl="2"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3pPr>
            <a:lvl4pPr lvl="3"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4pPr>
            <a:lvl5pPr lvl="4"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5pPr>
            <a:lvl6pPr lvl="5"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6pPr>
            <a:lvl7pPr lvl="6"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7pPr>
            <a:lvl8pPr lvl="7"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8pPr>
            <a:lvl9pPr lvl="8"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9pPr>
          </a:lstStyle>
          <a:p>
            <a:endParaRPr/>
          </a:p>
        </p:txBody>
      </p:sp>
      <p:sp>
        <p:nvSpPr>
          <p:cNvPr id="263" name="Google Shape;263;p33"/>
          <p:cNvSpPr txBox="1">
            <a:spLocks noGrp="1"/>
          </p:cNvSpPr>
          <p:nvPr>
            <p:ph type="ftr" idx="11"/>
          </p:nvPr>
        </p:nvSpPr>
        <p:spPr>
          <a:xfrm>
            <a:off x="2082800" y="4237567"/>
            <a:ext cx="1930500" cy="2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75" tIns="30475" rIns="60975" bIns="304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1pPr>
            <a:lvl2pPr lvl="1"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2pPr>
            <a:lvl3pPr lvl="2"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3pPr>
            <a:lvl4pPr lvl="3"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4pPr>
            <a:lvl5pPr lvl="4"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5pPr>
            <a:lvl6pPr lvl="5"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6pPr>
            <a:lvl7pPr lvl="6"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7pPr>
            <a:lvl8pPr lvl="7"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8pPr>
            <a:lvl9pPr lvl="8"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9pPr>
          </a:lstStyle>
          <a:p>
            <a:endParaRPr/>
          </a:p>
        </p:txBody>
      </p:sp>
      <p:sp>
        <p:nvSpPr>
          <p:cNvPr id="264" name="Google Shape;264;p33"/>
          <p:cNvSpPr txBox="1">
            <a:spLocks noGrp="1"/>
          </p:cNvSpPr>
          <p:nvPr>
            <p:ph type="sldNum" idx="12"/>
          </p:nvPr>
        </p:nvSpPr>
        <p:spPr>
          <a:xfrm>
            <a:off x="4368800" y="4237567"/>
            <a:ext cx="1422300" cy="2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75" tIns="30475" rIns="60975" bIns="304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 1">
  <p:cSld name="Title and Text_1_3"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4"/>
          <p:cNvSpPr txBox="1">
            <a:spLocks noGrp="1"/>
          </p:cNvSpPr>
          <p:nvPr>
            <p:ph type="sldNum" idx="12"/>
          </p:nvPr>
        </p:nvSpPr>
        <p:spPr>
          <a:xfrm>
            <a:off x="10896533" y="6308723"/>
            <a:ext cx="620400" cy="36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7" name="Google Shape;267;p34"/>
          <p:cNvSpPr txBox="1">
            <a:spLocks noGrp="1"/>
          </p:cNvSpPr>
          <p:nvPr>
            <p:ph type="title"/>
          </p:nvPr>
        </p:nvSpPr>
        <p:spPr>
          <a:xfrm>
            <a:off x="666751" y="366186"/>
            <a:ext cx="10850100" cy="7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200"/>
              <a:buFont typeface="Arial"/>
              <a:buNone/>
              <a:defRPr>
                <a:solidFill>
                  <a:schemeClr val="accent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268" name="Google Shape;268;p34"/>
          <p:cNvSpPr txBox="1">
            <a:spLocks noGrp="1"/>
          </p:cNvSpPr>
          <p:nvPr>
            <p:ph type="body" idx="1"/>
          </p:nvPr>
        </p:nvSpPr>
        <p:spPr>
          <a:xfrm>
            <a:off x="2244695" y="6308723"/>
            <a:ext cx="8512500" cy="36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1600">
                <a:solidFill>
                  <a:schemeClr val="lt2"/>
                </a:solidFill>
              </a:defRPr>
            </a:lvl1pPr>
            <a:lvl2pPr marL="914400" lvl="1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2pPr>
            <a:lvl3pPr marL="1371600" lvl="2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3pPr>
            <a:lvl4pPr marL="1828800" lvl="3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4pPr>
            <a:lvl5pPr marL="2286000" lvl="4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5pPr>
            <a:lvl6pPr marL="2743200" lvl="5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marL="3200400" lvl="6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marL="3657600" lvl="7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marL="4114800" lvl="8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>
            <a:endParaRPr/>
          </a:p>
        </p:txBody>
      </p:sp>
      <p:sp>
        <p:nvSpPr>
          <p:cNvPr id="269" name="Google Shape;269;p34"/>
          <p:cNvSpPr txBox="1">
            <a:spLocks noGrp="1"/>
          </p:cNvSpPr>
          <p:nvPr>
            <p:ph type="body" idx="2"/>
          </p:nvPr>
        </p:nvSpPr>
        <p:spPr>
          <a:xfrm>
            <a:off x="666751" y="1762064"/>
            <a:ext cx="10850100" cy="439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7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7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700"/>
              <a:buNone/>
              <a:defRPr/>
            </a:lvl4pPr>
            <a:lvl5pPr marL="2286000" lvl="4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5pPr>
            <a:lvl6pPr marL="2743200" lvl="5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marL="3200400" lvl="6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marL="3657600" lvl="7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marL="4114800" lvl="8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>
            <a:endParaRPr/>
          </a:p>
        </p:txBody>
      </p:sp>
      <p:sp>
        <p:nvSpPr>
          <p:cNvPr id="270" name="Google Shape;270;p34"/>
          <p:cNvSpPr txBox="1">
            <a:spLocks noGrp="1"/>
          </p:cNvSpPr>
          <p:nvPr>
            <p:ph type="body" idx="3"/>
          </p:nvPr>
        </p:nvSpPr>
        <p:spPr>
          <a:xfrm>
            <a:off x="666750" y="1220755"/>
            <a:ext cx="10850100" cy="4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100"/>
              <a:buFont typeface="Arial"/>
              <a:buNone/>
              <a:defRPr sz="2400" b="1">
                <a:solidFill>
                  <a:schemeClr val="accent1"/>
                </a:solidFill>
              </a:defRPr>
            </a:lvl1pPr>
            <a:lvl2pPr marL="914400" lvl="1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2pPr>
            <a:lvl3pPr marL="1371600" lvl="2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3pPr>
            <a:lvl4pPr marL="1828800" lvl="3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4pPr>
            <a:lvl5pPr marL="2286000" lvl="4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5pPr>
            <a:lvl6pPr marL="2743200" lvl="5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marL="3200400" lvl="6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marL="3657600" lvl="7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marL="4114800" lvl="8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Column Text 1">
  <p:cSld name="2 Column Text_1"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5"/>
          <p:cNvSpPr txBox="1">
            <a:spLocks noGrp="1"/>
          </p:cNvSpPr>
          <p:nvPr>
            <p:ph type="body" idx="1"/>
          </p:nvPr>
        </p:nvSpPr>
        <p:spPr>
          <a:xfrm>
            <a:off x="666751" y="1784351"/>
            <a:ext cx="5247300" cy="385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121900" bIns="60925" anchor="t" anchorCtr="0">
            <a:noAutofit/>
          </a:bodyPr>
          <a:lstStyle>
            <a:lvl1pPr marL="457200" lvl="0" indent="-4000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700"/>
              <a:buChar char="•"/>
              <a:defRPr sz="2100"/>
            </a:lvl1pPr>
            <a:lvl2pPr marL="914400" lvl="1" indent="-4000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700"/>
              <a:buChar char="-"/>
              <a:defRPr sz="2100"/>
            </a:lvl2pPr>
            <a:lvl3pPr marL="1371600" lvl="2" indent="-4000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700"/>
              <a:buChar char="-"/>
              <a:defRPr sz="2100"/>
            </a:lvl3pPr>
            <a:lvl4pPr marL="1828800" lvl="3" indent="-4000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700"/>
              <a:buChar char="-"/>
              <a:defRPr sz="2100"/>
            </a:lvl4pPr>
            <a:lvl5pPr marL="2286000" lvl="4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 sz="1900"/>
            </a:lvl5pPr>
            <a:lvl6pPr marL="2743200" lvl="5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6pPr>
            <a:lvl7pPr marL="3200400" lvl="6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7pPr>
            <a:lvl8pPr marL="3657600" lvl="7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8pPr>
            <a:lvl9pPr marL="4114800" lvl="8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9pPr>
          </a:lstStyle>
          <a:p>
            <a:endParaRPr/>
          </a:p>
        </p:txBody>
      </p:sp>
      <p:sp>
        <p:nvSpPr>
          <p:cNvPr id="273" name="Google Shape;273;p35"/>
          <p:cNvSpPr txBox="1">
            <a:spLocks noGrp="1"/>
          </p:cNvSpPr>
          <p:nvPr>
            <p:ph type="body" idx="2"/>
          </p:nvPr>
        </p:nvSpPr>
        <p:spPr>
          <a:xfrm>
            <a:off x="6278037" y="1784351"/>
            <a:ext cx="5247300" cy="385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121900" bIns="60925" anchor="t" anchorCtr="0">
            <a:noAutofit/>
          </a:bodyPr>
          <a:lstStyle>
            <a:lvl1pPr marL="457200" lvl="0" indent="-4000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700"/>
              <a:buChar char="•"/>
              <a:defRPr sz="2100"/>
            </a:lvl1pPr>
            <a:lvl2pPr marL="914400" lvl="1" indent="-4000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700"/>
              <a:buChar char="-"/>
              <a:defRPr sz="2100"/>
            </a:lvl2pPr>
            <a:lvl3pPr marL="1371600" lvl="2" indent="-4000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700"/>
              <a:buChar char="-"/>
              <a:defRPr sz="2100"/>
            </a:lvl3pPr>
            <a:lvl4pPr marL="1828800" lvl="3" indent="-4000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700"/>
              <a:buChar char="-"/>
              <a:defRPr sz="2100"/>
            </a:lvl4pPr>
            <a:lvl5pPr marL="2286000" lvl="4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 sz="1900"/>
            </a:lvl5pPr>
            <a:lvl6pPr marL="2743200" lvl="5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6pPr>
            <a:lvl7pPr marL="3200400" lvl="6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7pPr>
            <a:lvl8pPr marL="3657600" lvl="7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8pPr>
            <a:lvl9pPr marL="4114800" lvl="8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9pPr>
          </a:lstStyle>
          <a:p>
            <a:endParaRPr/>
          </a:p>
        </p:txBody>
      </p:sp>
      <p:sp>
        <p:nvSpPr>
          <p:cNvPr id="274" name="Google Shape;274;p35"/>
          <p:cNvSpPr txBox="1">
            <a:spLocks noGrp="1"/>
          </p:cNvSpPr>
          <p:nvPr>
            <p:ph type="body" idx="3"/>
          </p:nvPr>
        </p:nvSpPr>
        <p:spPr>
          <a:xfrm>
            <a:off x="666751" y="1220755"/>
            <a:ext cx="5247300" cy="4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121900" bIns="60925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000"/>
              <a:buFont typeface="Arial"/>
              <a:buNone/>
              <a:defRPr sz="2400" b="1">
                <a:solidFill>
                  <a:srgbClr val="222222"/>
                </a:solidFill>
              </a:defRPr>
            </a:lvl1pPr>
            <a:lvl2pPr marL="914400" lvl="1" indent="-4191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000"/>
              <a:buChar char="-"/>
              <a:defRPr/>
            </a:lvl2pPr>
            <a:lvl3pPr marL="1371600" lvl="2" indent="-4191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000"/>
              <a:buChar char="-"/>
              <a:defRPr/>
            </a:lvl3pPr>
            <a:lvl4pPr marL="1828800" lvl="3" indent="-4191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000"/>
              <a:buChar char="-"/>
              <a:defRPr/>
            </a:lvl4pPr>
            <a:lvl5pPr marL="2286000" lvl="4" indent="-4191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000"/>
              <a:buChar char="-"/>
              <a:defRPr/>
            </a:lvl5pPr>
            <a:lvl6pPr marL="2743200" lvl="5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6pPr>
            <a:lvl7pPr marL="3200400" lvl="6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7pPr>
            <a:lvl8pPr marL="3657600" lvl="7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8pPr>
            <a:lvl9pPr marL="4114800" lvl="8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9pPr>
          </a:lstStyle>
          <a:p>
            <a:endParaRPr/>
          </a:p>
        </p:txBody>
      </p:sp>
      <p:sp>
        <p:nvSpPr>
          <p:cNvPr id="275" name="Google Shape;275;p35"/>
          <p:cNvSpPr txBox="1">
            <a:spLocks noGrp="1"/>
          </p:cNvSpPr>
          <p:nvPr>
            <p:ph type="body" idx="4"/>
          </p:nvPr>
        </p:nvSpPr>
        <p:spPr>
          <a:xfrm>
            <a:off x="6288617" y="1220755"/>
            <a:ext cx="5280000" cy="4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121900" bIns="60925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000"/>
              <a:buFont typeface="Arial"/>
              <a:buNone/>
              <a:defRPr sz="2400" b="1">
                <a:solidFill>
                  <a:srgbClr val="222222"/>
                </a:solidFill>
              </a:defRPr>
            </a:lvl1pPr>
            <a:lvl2pPr marL="914400" lvl="1" indent="-4191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000"/>
              <a:buChar char="-"/>
              <a:defRPr/>
            </a:lvl2pPr>
            <a:lvl3pPr marL="1371600" lvl="2" indent="-4191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000"/>
              <a:buChar char="-"/>
              <a:defRPr/>
            </a:lvl3pPr>
            <a:lvl4pPr marL="1828800" lvl="3" indent="-4191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000"/>
              <a:buChar char="-"/>
              <a:defRPr/>
            </a:lvl4pPr>
            <a:lvl5pPr marL="2286000" lvl="4" indent="-4191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000"/>
              <a:buChar char="-"/>
              <a:defRPr/>
            </a:lvl5pPr>
            <a:lvl6pPr marL="2743200" lvl="5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6pPr>
            <a:lvl7pPr marL="3200400" lvl="6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7pPr>
            <a:lvl8pPr marL="3657600" lvl="7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8pPr>
            <a:lvl9pPr marL="4114800" lvl="8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9pPr>
          </a:lstStyle>
          <a:p>
            <a:endParaRPr/>
          </a:p>
        </p:txBody>
      </p:sp>
      <p:sp>
        <p:nvSpPr>
          <p:cNvPr id="276" name="Google Shape;276;p35"/>
          <p:cNvSpPr txBox="1">
            <a:spLocks noGrp="1"/>
          </p:cNvSpPr>
          <p:nvPr>
            <p:ph type="title"/>
          </p:nvPr>
        </p:nvSpPr>
        <p:spPr>
          <a:xfrm>
            <a:off x="666751" y="366185"/>
            <a:ext cx="10850100" cy="7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121900" bIns="60925" anchor="ctr" anchorCtr="0">
            <a:noAutofit/>
          </a:bodyPr>
          <a:lstStyle>
            <a:lvl1pPr lv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ial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277" name="Google Shape;277;p35"/>
          <p:cNvSpPr txBox="1">
            <a:spLocks noGrp="1"/>
          </p:cNvSpPr>
          <p:nvPr>
            <p:ph type="ftr" idx="11"/>
          </p:nvPr>
        </p:nvSpPr>
        <p:spPr>
          <a:xfrm>
            <a:off x="675216" y="5655759"/>
            <a:ext cx="10833300" cy="5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121900" bIns="60925" anchor="ctr" anchorCtr="0">
            <a:noAutofit/>
          </a:bodyPr>
          <a:lstStyle>
            <a:lvl1pPr lv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1pPr>
            <a:lvl2pPr lvl="1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2pPr>
            <a:lvl3pPr lvl="2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3pPr>
            <a:lvl4pPr lvl="3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4pPr>
            <a:lvl5pPr lvl="4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5pPr>
            <a:lvl6pPr lvl="5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6pPr>
            <a:lvl7pPr lvl="6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7pPr>
            <a:lvl8pPr lvl="7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8pPr>
            <a:lvl9pPr lvl="8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24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 3">
  <p:cSld name="Title and Text_1_3_1"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6"/>
          <p:cNvSpPr txBox="1">
            <a:spLocks noGrp="1"/>
          </p:cNvSpPr>
          <p:nvPr>
            <p:ph type="title"/>
          </p:nvPr>
        </p:nvSpPr>
        <p:spPr>
          <a:xfrm>
            <a:off x="666751" y="366185"/>
            <a:ext cx="10850100" cy="7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121900" bIns="60925" anchor="ctr" anchorCtr="0">
            <a:noAutofit/>
          </a:bodyPr>
          <a:lstStyle>
            <a:lvl1pPr lv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ial"/>
              <a:buNone/>
              <a:defRPr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280" name="Google Shape;280;p36"/>
          <p:cNvSpPr txBox="1">
            <a:spLocks noGrp="1"/>
          </p:cNvSpPr>
          <p:nvPr>
            <p:ph type="body" idx="1"/>
          </p:nvPr>
        </p:nvSpPr>
        <p:spPr>
          <a:xfrm>
            <a:off x="666751" y="1762064"/>
            <a:ext cx="10850100" cy="38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121900" bIns="60925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7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7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700"/>
              <a:buNone/>
              <a:defRPr/>
            </a:lvl4pPr>
            <a:lvl5pPr marL="2286000" lvl="4" indent="-4254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100"/>
              <a:buChar char="-"/>
              <a:defRPr/>
            </a:lvl5pPr>
            <a:lvl6pPr marL="2743200" lvl="5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6pPr>
            <a:lvl7pPr marL="3200400" lvl="6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7pPr>
            <a:lvl8pPr marL="3657600" lvl="7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8pPr>
            <a:lvl9pPr marL="4114800" lvl="8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9pPr>
          </a:lstStyle>
          <a:p>
            <a:endParaRPr/>
          </a:p>
        </p:txBody>
      </p:sp>
      <p:sp>
        <p:nvSpPr>
          <p:cNvPr id="281" name="Google Shape;281;p36"/>
          <p:cNvSpPr txBox="1">
            <a:spLocks noGrp="1"/>
          </p:cNvSpPr>
          <p:nvPr>
            <p:ph type="body" idx="2"/>
          </p:nvPr>
        </p:nvSpPr>
        <p:spPr>
          <a:xfrm>
            <a:off x="666749" y="1220755"/>
            <a:ext cx="10850100" cy="4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121900" bIns="60925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100"/>
              <a:buFont typeface="Arial"/>
              <a:buNone/>
              <a:defRPr sz="2400" b="1">
                <a:solidFill>
                  <a:srgbClr val="222222"/>
                </a:solidFill>
              </a:defRPr>
            </a:lvl1pPr>
            <a:lvl2pPr marL="914400" lvl="1" indent="-4254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100"/>
              <a:buChar char="-"/>
              <a:defRPr/>
            </a:lvl2pPr>
            <a:lvl3pPr marL="1371600" lvl="2" indent="-4254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100"/>
              <a:buChar char="-"/>
              <a:defRPr/>
            </a:lvl3pPr>
            <a:lvl4pPr marL="1828800" lvl="3" indent="-4254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100"/>
              <a:buChar char="-"/>
              <a:defRPr/>
            </a:lvl4pPr>
            <a:lvl5pPr marL="2286000" lvl="4" indent="-4254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100"/>
              <a:buChar char="-"/>
              <a:defRPr/>
            </a:lvl5pPr>
            <a:lvl6pPr marL="2743200" lvl="5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6pPr>
            <a:lvl7pPr marL="3200400" lvl="6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7pPr>
            <a:lvl8pPr marL="3657600" lvl="7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8pPr>
            <a:lvl9pPr marL="4114800" lvl="8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9pPr>
          </a:lstStyle>
          <a:p>
            <a:endParaRPr/>
          </a:p>
        </p:txBody>
      </p:sp>
      <p:sp>
        <p:nvSpPr>
          <p:cNvPr id="282" name="Google Shape;282;p36"/>
          <p:cNvSpPr txBox="1">
            <a:spLocks noGrp="1"/>
          </p:cNvSpPr>
          <p:nvPr>
            <p:ph type="ftr" idx="11"/>
          </p:nvPr>
        </p:nvSpPr>
        <p:spPr>
          <a:xfrm>
            <a:off x="675216" y="5655759"/>
            <a:ext cx="10833300" cy="5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121900" bIns="60925" anchor="ctr" anchorCtr="0">
            <a:noAutofit/>
          </a:bodyPr>
          <a:lstStyle>
            <a:lvl1pPr marR="0" lv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 4">
  <p:cSld name="Title and Text_1_4"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7"/>
          <p:cNvSpPr txBox="1">
            <a:spLocks noGrp="1"/>
          </p:cNvSpPr>
          <p:nvPr>
            <p:ph type="title"/>
          </p:nvPr>
        </p:nvSpPr>
        <p:spPr>
          <a:xfrm>
            <a:off x="666751" y="366185"/>
            <a:ext cx="10850100" cy="7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121900" bIns="60925" anchor="ctr" anchorCtr="0">
            <a:noAutofit/>
          </a:bodyPr>
          <a:lstStyle>
            <a:lvl1pPr lv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ial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285" name="Google Shape;285;p37"/>
          <p:cNvSpPr txBox="1">
            <a:spLocks noGrp="1"/>
          </p:cNvSpPr>
          <p:nvPr>
            <p:ph type="body" idx="1"/>
          </p:nvPr>
        </p:nvSpPr>
        <p:spPr>
          <a:xfrm>
            <a:off x="666751" y="1762064"/>
            <a:ext cx="10850100" cy="38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121900" bIns="60925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7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7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700"/>
              <a:buNone/>
              <a:defRPr/>
            </a:lvl4pPr>
            <a:lvl5pPr marL="2286000" lvl="4" indent="-4254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100"/>
              <a:buChar char="-"/>
              <a:defRPr/>
            </a:lvl5pPr>
            <a:lvl6pPr marL="2743200" lvl="5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6pPr>
            <a:lvl7pPr marL="3200400" lvl="6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7pPr>
            <a:lvl8pPr marL="3657600" lvl="7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8pPr>
            <a:lvl9pPr marL="4114800" lvl="8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9pPr>
          </a:lstStyle>
          <a:p>
            <a:endParaRPr/>
          </a:p>
        </p:txBody>
      </p:sp>
      <p:sp>
        <p:nvSpPr>
          <p:cNvPr id="286" name="Google Shape;286;p37"/>
          <p:cNvSpPr txBox="1">
            <a:spLocks noGrp="1"/>
          </p:cNvSpPr>
          <p:nvPr>
            <p:ph type="body" idx="2"/>
          </p:nvPr>
        </p:nvSpPr>
        <p:spPr>
          <a:xfrm>
            <a:off x="666749" y="1220755"/>
            <a:ext cx="10850100" cy="4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121900" bIns="60925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100"/>
              <a:buFont typeface="Arial"/>
              <a:buNone/>
              <a:defRPr sz="2400" b="1">
                <a:solidFill>
                  <a:srgbClr val="222222"/>
                </a:solidFill>
              </a:defRPr>
            </a:lvl1pPr>
            <a:lvl2pPr marL="914400" lvl="1" indent="-4254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100"/>
              <a:buChar char="-"/>
              <a:defRPr/>
            </a:lvl2pPr>
            <a:lvl3pPr marL="1371600" lvl="2" indent="-4254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100"/>
              <a:buChar char="-"/>
              <a:defRPr/>
            </a:lvl3pPr>
            <a:lvl4pPr marL="1828800" lvl="3" indent="-4254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100"/>
              <a:buChar char="-"/>
              <a:defRPr/>
            </a:lvl4pPr>
            <a:lvl5pPr marL="2286000" lvl="4" indent="-4254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100"/>
              <a:buChar char="-"/>
              <a:defRPr/>
            </a:lvl5pPr>
            <a:lvl6pPr marL="2743200" lvl="5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6pPr>
            <a:lvl7pPr marL="3200400" lvl="6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7pPr>
            <a:lvl8pPr marL="3657600" lvl="7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8pPr>
            <a:lvl9pPr marL="4114800" lvl="8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9pPr>
          </a:lstStyle>
          <a:p>
            <a:endParaRPr/>
          </a:p>
        </p:txBody>
      </p:sp>
      <p:sp>
        <p:nvSpPr>
          <p:cNvPr id="287" name="Google Shape;287;p37"/>
          <p:cNvSpPr txBox="1">
            <a:spLocks noGrp="1"/>
          </p:cNvSpPr>
          <p:nvPr>
            <p:ph type="ftr" idx="11"/>
          </p:nvPr>
        </p:nvSpPr>
        <p:spPr>
          <a:xfrm>
            <a:off x="675216" y="5655759"/>
            <a:ext cx="10833300" cy="5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121900" bIns="60925" anchor="ctr" anchorCtr="0">
            <a:noAutofit/>
          </a:bodyPr>
          <a:lstStyle>
            <a:lvl1pPr lv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1pPr>
            <a:lvl2pPr lvl="1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2pPr>
            <a:lvl3pPr lvl="2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3pPr>
            <a:lvl4pPr lvl="3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4pPr>
            <a:lvl5pPr lvl="4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5pPr>
            <a:lvl6pPr lvl="5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6pPr>
            <a:lvl7pPr lvl="6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7pPr>
            <a:lvl8pPr lvl="7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8pPr>
            <a:lvl9pPr lvl="8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 2">
  <p:cSld name="Title and Text_1_2"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8"/>
          <p:cNvSpPr txBox="1">
            <a:spLocks noGrp="1"/>
          </p:cNvSpPr>
          <p:nvPr>
            <p:ph type="title"/>
          </p:nvPr>
        </p:nvSpPr>
        <p:spPr>
          <a:xfrm>
            <a:off x="666751" y="366185"/>
            <a:ext cx="10850100" cy="7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121900" bIns="60925" anchor="ctr" anchorCtr="0">
            <a:noAutofit/>
          </a:bodyPr>
          <a:lstStyle>
            <a:lvl1pPr lv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ial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290" name="Google Shape;290;p38"/>
          <p:cNvSpPr txBox="1">
            <a:spLocks noGrp="1"/>
          </p:cNvSpPr>
          <p:nvPr>
            <p:ph type="body" idx="1"/>
          </p:nvPr>
        </p:nvSpPr>
        <p:spPr>
          <a:xfrm>
            <a:off x="666751" y="1762064"/>
            <a:ext cx="10850100" cy="38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121900" bIns="60925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7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7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700"/>
              <a:buNone/>
              <a:defRPr/>
            </a:lvl4pPr>
            <a:lvl5pPr marL="2286000" lvl="4" indent="-4254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100"/>
              <a:buChar char="-"/>
              <a:defRPr/>
            </a:lvl5pPr>
            <a:lvl6pPr marL="2743200" lvl="5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6pPr>
            <a:lvl7pPr marL="3200400" lvl="6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7pPr>
            <a:lvl8pPr marL="3657600" lvl="7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8pPr>
            <a:lvl9pPr marL="4114800" lvl="8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9pPr>
          </a:lstStyle>
          <a:p>
            <a:endParaRPr/>
          </a:p>
        </p:txBody>
      </p:sp>
      <p:sp>
        <p:nvSpPr>
          <p:cNvPr id="291" name="Google Shape;291;p38"/>
          <p:cNvSpPr txBox="1">
            <a:spLocks noGrp="1"/>
          </p:cNvSpPr>
          <p:nvPr>
            <p:ph type="body" idx="2"/>
          </p:nvPr>
        </p:nvSpPr>
        <p:spPr>
          <a:xfrm>
            <a:off x="666749" y="1220755"/>
            <a:ext cx="10850100" cy="4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121900" bIns="60925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100"/>
              <a:buFont typeface="Arial"/>
              <a:buNone/>
              <a:defRPr sz="2400" b="1">
                <a:solidFill>
                  <a:srgbClr val="222222"/>
                </a:solidFill>
              </a:defRPr>
            </a:lvl1pPr>
            <a:lvl2pPr marL="914400" lvl="1" indent="-4254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100"/>
              <a:buChar char="-"/>
              <a:defRPr/>
            </a:lvl2pPr>
            <a:lvl3pPr marL="1371600" lvl="2" indent="-4254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100"/>
              <a:buChar char="-"/>
              <a:defRPr/>
            </a:lvl3pPr>
            <a:lvl4pPr marL="1828800" lvl="3" indent="-4254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100"/>
              <a:buChar char="-"/>
              <a:defRPr/>
            </a:lvl4pPr>
            <a:lvl5pPr marL="2286000" lvl="4" indent="-4254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100"/>
              <a:buChar char="-"/>
              <a:defRPr/>
            </a:lvl5pPr>
            <a:lvl6pPr marL="2743200" lvl="5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6pPr>
            <a:lvl7pPr marL="3200400" lvl="6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7pPr>
            <a:lvl8pPr marL="3657600" lvl="7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8pPr>
            <a:lvl9pPr marL="4114800" lvl="8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9pPr>
          </a:lstStyle>
          <a:p>
            <a:endParaRPr/>
          </a:p>
        </p:txBody>
      </p:sp>
      <p:sp>
        <p:nvSpPr>
          <p:cNvPr id="292" name="Google Shape;292;p38"/>
          <p:cNvSpPr txBox="1">
            <a:spLocks noGrp="1"/>
          </p:cNvSpPr>
          <p:nvPr>
            <p:ph type="ftr" idx="11"/>
          </p:nvPr>
        </p:nvSpPr>
        <p:spPr>
          <a:xfrm>
            <a:off x="675216" y="5655759"/>
            <a:ext cx="10833300" cy="5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121900" bIns="60925" anchor="ctr" anchorCtr="0">
            <a:noAutofit/>
          </a:bodyPr>
          <a:lstStyle>
            <a:lvl1pPr lv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1pPr>
            <a:lvl2pPr lvl="1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2pPr>
            <a:lvl3pPr lvl="2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3pPr>
            <a:lvl4pPr lvl="3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4pPr>
            <a:lvl5pPr lvl="4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5pPr>
            <a:lvl6pPr lvl="5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6pPr>
            <a:lvl7pPr lvl="6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7pPr>
            <a:lvl8pPr lvl="7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8pPr>
            <a:lvl9pPr lvl="8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 1">
  <p:cSld name="Title and Text_8_1"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9"/>
          <p:cNvSpPr txBox="1">
            <a:spLocks noGrp="1"/>
          </p:cNvSpPr>
          <p:nvPr>
            <p:ph type="sldNum" idx="12"/>
          </p:nvPr>
        </p:nvSpPr>
        <p:spPr>
          <a:xfrm>
            <a:off x="10896533" y="6308723"/>
            <a:ext cx="620400" cy="36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5" name="Google Shape;295;p39"/>
          <p:cNvSpPr txBox="1">
            <a:spLocks noGrp="1"/>
          </p:cNvSpPr>
          <p:nvPr>
            <p:ph type="title"/>
          </p:nvPr>
        </p:nvSpPr>
        <p:spPr>
          <a:xfrm>
            <a:off x="666751" y="366186"/>
            <a:ext cx="10850100" cy="7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200"/>
              <a:buFont typeface="Arial"/>
              <a:buNone/>
              <a:defRPr>
                <a:solidFill>
                  <a:schemeClr val="accent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296" name="Google Shape;296;p39"/>
          <p:cNvSpPr txBox="1">
            <a:spLocks noGrp="1"/>
          </p:cNvSpPr>
          <p:nvPr>
            <p:ph type="body" idx="1"/>
          </p:nvPr>
        </p:nvSpPr>
        <p:spPr>
          <a:xfrm>
            <a:off x="2244695" y="6308723"/>
            <a:ext cx="8512500" cy="36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1600">
                <a:solidFill>
                  <a:schemeClr val="lt2"/>
                </a:solidFill>
              </a:defRPr>
            </a:lvl1pPr>
            <a:lvl2pPr marL="914400" lvl="1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2pPr>
            <a:lvl3pPr marL="1371600" lvl="2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3pPr>
            <a:lvl4pPr marL="1828800" lvl="3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4pPr>
            <a:lvl5pPr marL="2286000" lvl="4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5pPr>
            <a:lvl6pPr marL="2743200" lvl="5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marL="3200400" lvl="6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marL="3657600" lvl="7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marL="4114800" lvl="8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>
            <a:endParaRPr/>
          </a:p>
        </p:txBody>
      </p:sp>
      <p:sp>
        <p:nvSpPr>
          <p:cNvPr id="297" name="Google Shape;297;p39"/>
          <p:cNvSpPr txBox="1">
            <a:spLocks noGrp="1"/>
          </p:cNvSpPr>
          <p:nvPr>
            <p:ph type="body" idx="2"/>
          </p:nvPr>
        </p:nvSpPr>
        <p:spPr>
          <a:xfrm>
            <a:off x="666751" y="1762064"/>
            <a:ext cx="10850100" cy="439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7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7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700"/>
              <a:buNone/>
              <a:defRPr/>
            </a:lvl4pPr>
            <a:lvl5pPr marL="2286000" lvl="4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5pPr>
            <a:lvl6pPr marL="2743200" lvl="5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marL="3200400" lvl="6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marL="3657600" lvl="7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marL="4114800" lvl="8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>
            <a:endParaRPr/>
          </a:p>
        </p:txBody>
      </p:sp>
      <p:sp>
        <p:nvSpPr>
          <p:cNvPr id="298" name="Google Shape;298;p39"/>
          <p:cNvSpPr txBox="1">
            <a:spLocks noGrp="1"/>
          </p:cNvSpPr>
          <p:nvPr>
            <p:ph type="body" idx="3"/>
          </p:nvPr>
        </p:nvSpPr>
        <p:spPr>
          <a:xfrm>
            <a:off x="666750" y="1220755"/>
            <a:ext cx="10850100" cy="4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100"/>
              <a:buFont typeface="Arial"/>
              <a:buNone/>
              <a:defRPr sz="2400" b="1">
                <a:solidFill>
                  <a:schemeClr val="accent1"/>
                </a:solidFill>
              </a:defRPr>
            </a:lvl1pPr>
            <a:lvl2pPr marL="914400" lvl="1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2pPr>
            <a:lvl3pPr marL="1371600" lvl="2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3pPr>
            <a:lvl4pPr marL="1828800" lvl="3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4pPr>
            <a:lvl5pPr marL="2286000" lvl="4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5pPr>
            <a:lvl6pPr marL="2743200" lvl="5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marL="3200400" lvl="6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marL="3657600" lvl="7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marL="4114800" lvl="8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act Us 1">
  <p:cSld name="Contact Us_1">
    <p:bg>
      <p:bgPr>
        <a:solidFill>
          <a:srgbClr val="FFFFFF"/>
        </a:solidFill>
        <a:effectLst/>
      </p:bgPr>
    </p:bg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0" name="Google Shape;300;p40"/>
          <p:cNvPicPr preferRelativeResize="0"/>
          <p:nvPr/>
        </p:nvPicPr>
        <p:blipFill rotWithShape="1">
          <a:blip r:embed="rId2">
            <a:alphaModFix/>
          </a:blip>
          <a:srcRect b="53518"/>
          <a:stretch/>
        </p:blipFill>
        <p:spPr>
          <a:xfrm>
            <a:off x="666752" y="2386152"/>
            <a:ext cx="3358301" cy="9036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1" name="Google Shape;301;p40"/>
          <p:cNvGrpSpPr/>
          <p:nvPr/>
        </p:nvGrpSpPr>
        <p:grpSpPr>
          <a:xfrm>
            <a:off x="4233" y="6761503"/>
            <a:ext cx="12191695" cy="104397"/>
            <a:chOff x="0" y="5071254"/>
            <a:chExt cx="9144000" cy="78300"/>
          </a:xfrm>
        </p:grpSpPr>
        <p:sp>
          <p:nvSpPr>
            <p:cNvPr id="302" name="Google Shape;302;p40"/>
            <p:cNvSpPr/>
            <p:nvPr/>
          </p:nvSpPr>
          <p:spPr>
            <a:xfrm>
              <a:off x="0" y="5071254"/>
              <a:ext cx="2016000" cy="78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60925" rIns="121900" bIns="60925" anchor="ctr" anchorCtr="0">
              <a:noAutofit/>
            </a:bodyPr>
            <a:lstStyle/>
            <a:p>
              <a:pPr marL="0" marR="0" lvl="0" indent="0" algn="ct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" name="Google Shape;303;p40"/>
            <p:cNvSpPr/>
            <p:nvPr/>
          </p:nvSpPr>
          <p:spPr>
            <a:xfrm>
              <a:off x="2016000" y="5071254"/>
              <a:ext cx="7128000" cy="78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60925" rIns="121900" bIns="60925" anchor="ctr" anchorCtr="0">
              <a:noAutofit/>
            </a:bodyPr>
            <a:lstStyle/>
            <a:p>
              <a:pPr marL="0" marR="0" lvl="0" indent="0" algn="ct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04" name="Google Shape;304;p40"/>
          <p:cNvSpPr txBox="1">
            <a:spLocks noGrp="1"/>
          </p:cNvSpPr>
          <p:nvPr>
            <p:ph type="body" idx="1"/>
          </p:nvPr>
        </p:nvSpPr>
        <p:spPr>
          <a:xfrm>
            <a:off x="666751" y="3547455"/>
            <a:ext cx="10850100" cy="82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121900" bIns="60925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4700"/>
              <a:buNone/>
              <a:defRPr sz="3700">
                <a:solidFill>
                  <a:schemeClr val="accent1"/>
                </a:solidFill>
              </a:defRPr>
            </a:lvl1pPr>
            <a:lvl2pPr marL="914400" lvl="1" indent="-4191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000"/>
              <a:buChar char="-"/>
              <a:defRPr/>
            </a:lvl2pPr>
            <a:lvl3pPr marL="1371600" lvl="2" indent="-4191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3000"/>
              <a:buChar char="▪"/>
              <a:defRPr/>
            </a:lvl3pPr>
            <a:lvl4pPr marL="1828800" lvl="3" indent="-4191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000"/>
              <a:buChar char="-"/>
              <a:defRPr/>
            </a:lvl4pPr>
            <a:lvl5pPr marL="2286000" lvl="4" indent="-4191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3000"/>
              <a:buChar char="-"/>
              <a:defRPr/>
            </a:lvl5pPr>
            <a:lvl6pPr marL="2743200" lvl="5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6pPr>
            <a:lvl7pPr marL="3200400" lvl="6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7pPr>
            <a:lvl8pPr marL="3657600" lvl="7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8pPr>
            <a:lvl9pPr marL="4114800" lvl="8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9pPr>
          </a:lstStyle>
          <a:p>
            <a:endParaRPr/>
          </a:p>
        </p:txBody>
      </p:sp>
      <p:sp>
        <p:nvSpPr>
          <p:cNvPr id="305" name="Google Shape;305;p40"/>
          <p:cNvSpPr txBox="1">
            <a:spLocks noGrp="1"/>
          </p:cNvSpPr>
          <p:nvPr>
            <p:ph type="body" idx="2"/>
          </p:nvPr>
        </p:nvSpPr>
        <p:spPr>
          <a:xfrm>
            <a:off x="666755" y="4408275"/>
            <a:ext cx="10850100" cy="38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121900" bIns="60925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 sz="2400">
                <a:solidFill>
                  <a:schemeClr val="accent2"/>
                </a:solidFill>
              </a:defRPr>
            </a:lvl1pPr>
            <a:lvl2pPr marL="914400" lvl="1" indent="-4191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000"/>
              <a:buChar char="-"/>
              <a:defRPr/>
            </a:lvl2pPr>
            <a:lvl3pPr marL="1371600" lvl="2" indent="-4191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3000"/>
              <a:buChar char="▪"/>
              <a:defRPr/>
            </a:lvl3pPr>
            <a:lvl4pPr marL="1828800" lvl="3" indent="-4191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000"/>
              <a:buChar char="-"/>
              <a:defRPr/>
            </a:lvl4pPr>
            <a:lvl5pPr marL="2286000" lvl="4" indent="-4191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3000"/>
              <a:buChar char="-"/>
              <a:defRPr/>
            </a:lvl5pPr>
            <a:lvl6pPr marL="2743200" lvl="5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6pPr>
            <a:lvl7pPr marL="3200400" lvl="6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7pPr>
            <a:lvl8pPr marL="3657600" lvl="7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8pPr>
            <a:lvl9pPr marL="4114800" lvl="8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9pPr>
          </a:lstStyle>
          <a:p>
            <a:endParaRPr/>
          </a:p>
        </p:txBody>
      </p:sp>
      <p:sp>
        <p:nvSpPr>
          <p:cNvPr id="306" name="Google Shape;306;p40"/>
          <p:cNvSpPr txBox="1">
            <a:spLocks noGrp="1"/>
          </p:cNvSpPr>
          <p:nvPr>
            <p:ph type="body" idx="3"/>
          </p:nvPr>
        </p:nvSpPr>
        <p:spPr>
          <a:xfrm>
            <a:off x="666749" y="4971309"/>
            <a:ext cx="10850100" cy="37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121900" bIns="60925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1900"/>
            </a:lvl1pPr>
            <a:lvl2pPr marL="914400" lvl="1" indent="-4191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000"/>
              <a:buChar char="-"/>
              <a:defRPr/>
            </a:lvl2pPr>
            <a:lvl3pPr marL="1371600" lvl="2" indent="-4191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3000"/>
              <a:buChar char="▪"/>
              <a:defRPr/>
            </a:lvl3pPr>
            <a:lvl4pPr marL="1828800" lvl="3" indent="-4191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000"/>
              <a:buChar char="-"/>
              <a:defRPr/>
            </a:lvl4pPr>
            <a:lvl5pPr marL="2286000" lvl="4" indent="-4191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3000"/>
              <a:buChar char="-"/>
              <a:defRPr/>
            </a:lvl5pPr>
            <a:lvl6pPr marL="2743200" lvl="5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6pPr>
            <a:lvl7pPr marL="3200400" lvl="6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7pPr>
            <a:lvl8pPr marL="3657600" lvl="7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8pPr>
            <a:lvl9pPr marL="4114800" lvl="8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0">
  <p:cSld name="Title and Text_10"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41"/>
          <p:cNvSpPr txBox="1">
            <a:spLocks noGrp="1"/>
          </p:cNvSpPr>
          <p:nvPr>
            <p:ph type="title"/>
          </p:nvPr>
        </p:nvSpPr>
        <p:spPr>
          <a:xfrm>
            <a:off x="666751" y="366185"/>
            <a:ext cx="10850100" cy="7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121900" bIns="60925" anchor="ctr" anchorCtr="0">
            <a:noAutofit/>
          </a:bodyPr>
          <a:lstStyle>
            <a:lvl1pPr lv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ial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309" name="Google Shape;309;p41"/>
          <p:cNvSpPr txBox="1">
            <a:spLocks noGrp="1"/>
          </p:cNvSpPr>
          <p:nvPr>
            <p:ph type="body" idx="1"/>
          </p:nvPr>
        </p:nvSpPr>
        <p:spPr>
          <a:xfrm>
            <a:off x="666751" y="1762064"/>
            <a:ext cx="10850100" cy="38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121900" bIns="60925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7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7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700"/>
              <a:buNone/>
              <a:defRPr/>
            </a:lvl4pPr>
            <a:lvl5pPr marL="2286000" lvl="4" indent="-4191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000"/>
              <a:buChar char="-"/>
              <a:defRPr/>
            </a:lvl5pPr>
            <a:lvl6pPr marL="2743200" lvl="5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6pPr>
            <a:lvl7pPr marL="3200400" lvl="6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7pPr>
            <a:lvl8pPr marL="3657600" lvl="7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8pPr>
            <a:lvl9pPr marL="4114800" lvl="8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9pPr>
          </a:lstStyle>
          <a:p>
            <a:endParaRPr/>
          </a:p>
        </p:txBody>
      </p:sp>
      <p:sp>
        <p:nvSpPr>
          <p:cNvPr id="310" name="Google Shape;310;p41"/>
          <p:cNvSpPr txBox="1">
            <a:spLocks noGrp="1"/>
          </p:cNvSpPr>
          <p:nvPr>
            <p:ph type="body" idx="2"/>
          </p:nvPr>
        </p:nvSpPr>
        <p:spPr>
          <a:xfrm>
            <a:off x="666749" y="1220755"/>
            <a:ext cx="10850100" cy="4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121900" bIns="60925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000"/>
              <a:buFont typeface="Arial"/>
              <a:buNone/>
              <a:defRPr sz="2400" b="1">
                <a:solidFill>
                  <a:srgbClr val="222222"/>
                </a:solidFill>
              </a:defRPr>
            </a:lvl1pPr>
            <a:lvl2pPr marL="914400" lvl="1" indent="-4191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000"/>
              <a:buChar char="-"/>
              <a:defRPr/>
            </a:lvl2pPr>
            <a:lvl3pPr marL="1371600" lvl="2" indent="-4191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000"/>
              <a:buChar char="-"/>
              <a:defRPr/>
            </a:lvl3pPr>
            <a:lvl4pPr marL="1828800" lvl="3" indent="-4191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000"/>
              <a:buChar char="-"/>
              <a:defRPr/>
            </a:lvl4pPr>
            <a:lvl5pPr marL="2286000" lvl="4" indent="-4191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000"/>
              <a:buChar char="-"/>
              <a:defRPr/>
            </a:lvl5pPr>
            <a:lvl6pPr marL="2743200" lvl="5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6pPr>
            <a:lvl7pPr marL="3200400" lvl="6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7pPr>
            <a:lvl8pPr marL="3657600" lvl="7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8pPr>
            <a:lvl9pPr marL="4114800" lvl="8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9pPr>
          </a:lstStyle>
          <a:p>
            <a:endParaRPr/>
          </a:p>
        </p:txBody>
      </p:sp>
      <p:sp>
        <p:nvSpPr>
          <p:cNvPr id="311" name="Google Shape;311;p41"/>
          <p:cNvSpPr txBox="1">
            <a:spLocks noGrp="1"/>
          </p:cNvSpPr>
          <p:nvPr>
            <p:ph type="ftr" idx="11"/>
          </p:nvPr>
        </p:nvSpPr>
        <p:spPr>
          <a:xfrm>
            <a:off x="675216" y="5655759"/>
            <a:ext cx="10833300" cy="5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121900" bIns="60925" anchor="ctr" anchorCtr="0">
            <a:noAutofit/>
          </a:bodyPr>
          <a:lstStyle>
            <a:lvl1pPr lv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1">
  <p:cSld name="Title and Text_11"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42"/>
          <p:cNvSpPr txBox="1">
            <a:spLocks noGrp="1"/>
          </p:cNvSpPr>
          <p:nvPr>
            <p:ph type="title"/>
          </p:nvPr>
        </p:nvSpPr>
        <p:spPr>
          <a:xfrm>
            <a:off x="666751" y="366185"/>
            <a:ext cx="10850100" cy="7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121900" bIns="60925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Arial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314" name="Google Shape;314;p42"/>
          <p:cNvSpPr txBox="1">
            <a:spLocks noGrp="1"/>
          </p:cNvSpPr>
          <p:nvPr>
            <p:ph type="body" idx="1"/>
          </p:nvPr>
        </p:nvSpPr>
        <p:spPr>
          <a:xfrm>
            <a:off x="666751" y="1762064"/>
            <a:ext cx="10850100" cy="38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121900" bIns="60925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3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700"/>
              <a:buNone/>
              <a:defRPr/>
            </a:lvl4pPr>
            <a:lvl5pPr marL="2286000" lvl="4" indent="-4191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000"/>
              <a:buChar char="-"/>
              <a:defRPr/>
            </a:lvl5pPr>
            <a:lvl6pPr marL="2743200" lvl="5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6pPr>
            <a:lvl7pPr marL="3200400" lvl="6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7pPr>
            <a:lvl8pPr marL="3657600" lvl="7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8pPr>
            <a:lvl9pPr marL="4114800" lvl="8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9pPr>
          </a:lstStyle>
          <a:p>
            <a:endParaRPr/>
          </a:p>
        </p:txBody>
      </p:sp>
      <p:sp>
        <p:nvSpPr>
          <p:cNvPr id="315" name="Google Shape;315;p42"/>
          <p:cNvSpPr txBox="1">
            <a:spLocks noGrp="1"/>
          </p:cNvSpPr>
          <p:nvPr>
            <p:ph type="body" idx="2"/>
          </p:nvPr>
        </p:nvSpPr>
        <p:spPr>
          <a:xfrm>
            <a:off x="666749" y="1220755"/>
            <a:ext cx="10850100" cy="4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121900" bIns="60925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000"/>
              <a:buFont typeface="Arial"/>
              <a:buNone/>
              <a:defRPr sz="2400" b="1">
                <a:solidFill>
                  <a:srgbClr val="222222"/>
                </a:solidFill>
              </a:defRPr>
            </a:lvl1pPr>
            <a:lvl2pPr marL="914400" lvl="1" indent="-4191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000"/>
              <a:buChar char="-"/>
              <a:defRPr/>
            </a:lvl2pPr>
            <a:lvl3pPr marL="1371600" lvl="2" indent="-4191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000"/>
              <a:buChar char="-"/>
              <a:defRPr/>
            </a:lvl3pPr>
            <a:lvl4pPr marL="1828800" lvl="3" indent="-4191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000"/>
              <a:buChar char="-"/>
              <a:defRPr/>
            </a:lvl4pPr>
            <a:lvl5pPr marL="2286000" lvl="4" indent="-4191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000"/>
              <a:buChar char="-"/>
              <a:defRPr/>
            </a:lvl5pPr>
            <a:lvl6pPr marL="2743200" lvl="5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6pPr>
            <a:lvl7pPr marL="3200400" lvl="6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7pPr>
            <a:lvl8pPr marL="3657600" lvl="7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8pPr>
            <a:lvl9pPr marL="4114800" lvl="8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9pPr>
          </a:lstStyle>
          <a:p>
            <a:endParaRPr/>
          </a:p>
        </p:txBody>
      </p:sp>
      <p:sp>
        <p:nvSpPr>
          <p:cNvPr id="316" name="Google Shape;316;p42"/>
          <p:cNvSpPr txBox="1">
            <a:spLocks noGrp="1"/>
          </p:cNvSpPr>
          <p:nvPr>
            <p:ph type="ftr" idx="11"/>
          </p:nvPr>
        </p:nvSpPr>
        <p:spPr>
          <a:xfrm>
            <a:off x="675216" y="5655759"/>
            <a:ext cx="10833300" cy="5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121900" bIns="60925" anchor="ctr" anchorCtr="0">
            <a:noAutofit/>
          </a:bodyPr>
          <a:lstStyle>
            <a:lvl1pPr lv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1pPr>
            <a:lvl2pPr lvl="1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2pPr>
            <a:lvl3pPr lvl="2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3pPr>
            <a:lvl4pPr lvl="3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4pPr>
            <a:lvl5pPr lvl="4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5pPr>
            <a:lvl6pPr lvl="5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6pPr>
            <a:lvl7pPr lvl="6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7pPr>
            <a:lvl8pPr lvl="7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8pPr>
            <a:lvl9pPr lvl="8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and Caption 1">
  <p:cSld name="Image and Caption_1"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43"/>
          <p:cNvSpPr>
            <a:spLocks noGrp="1"/>
          </p:cNvSpPr>
          <p:nvPr>
            <p:ph type="pic" idx="2"/>
          </p:nvPr>
        </p:nvSpPr>
        <p:spPr>
          <a:xfrm>
            <a:off x="666751" y="1352551"/>
            <a:ext cx="10850100" cy="3708300"/>
          </a:xfrm>
          <a:prstGeom prst="rect">
            <a:avLst/>
          </a:prstGeom>
          <a:noFill/>
          <a:ln>
            <a:noFill/>
          </a:ln>
        </p:spPr>
      </p:sp>
      <p:sp>
        <p:nvSpPr>
          <p:cNvPr id="319" name="Google Shape;319;p43"/>
          <p:cNvSpPr txBox="1">
            <a:spLocks noGrp="1"/>
          </p:cNvSpPr>
          <p:nvPr>
            <p:ph type="body" idx="1"/>
          </p:nvPr>
        </p:nvSpPr>
        <p:spPr>
          <a:xfrm>
            <a:off x="665644" y="5083156"/>
            <a:ext cx="10860900" cy="56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700"/>
              <a:buNone/>
              <a:defRPr sz="2100">
                <a:solidFill>
                  <a:srgbClr val="717073"/>
                </a:solidFill>
              </a:defRPr>
            </a:lvl1pPr>
            <a:lvl2pPr marL="914400" lvl="1" indent="-4191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000"/>
              <a:buChar char="-"/>
              <a:defRPr/>
            </a:lvl2pPr>
            <a:lvl3pPr marL="1371600" lvl="2" indent="-4191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000"/>
              <a:buChar char="-"/>
              <a:defRPr/>
            </a:lvl3pPr>
            <a:lvl4pPr marL="1828800" lvl="3" indent="-4191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000"/>
              <a:buChar char="-"/>
              <a:defRPr/>
            </a:lvl4pPr>
            <a:lvl5pPr marL="2286000" lvl="4" indent="-4191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000"/>
              <a:buChar char="-"/>
              <a:defRPr/>
            </a:lvl5pPr>
            <a:lvl6pPr marL="2743200" lvl="5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6pPr>
            <a:lvl7pPr marL="3200400" lvl="6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7pPr>
            <a:lvl8pPr marL="3657600" lvl="7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8pPr>
            <a:lvl9pPr marL="4114800" lvl="8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9pPr>
          </a:lstStyle>
          <a:p>
            <a:endParaRPr/>
          </a:p>
        </p:txBody>
      </p:sp>
      <p:sp>
        <p:nvSpPr>
          <p:cNvPr id="320" name="Google Shape;320;p43"/>
          <p:cNvSpPr txBox="1">
            <a:spLocks noGrp="1"/>
          </p:cNvSpPr>
          <p:nvPr>
            <p:ph type="title"/>
          </p:nvPr>
        </p:nvSpPr>
        <p:spPr>
          <a:xfrm>
            <a:off x="666751" y="366185"/>
            <a:ext cx="10850100" cy="7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121900" bIns="60925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Arial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321" name="Google Shape;321;p43"/>
          <p:cNvSpPr txBox="1">
            <a:spLocks noGrp="1"/>
          </p:cNvSpPr>
          <p:nvPr>
            <p:ph type="ftr" idx="11"/>
          </p:nvPr>
        </p:nvSpPr>
        <p:spPr>
          <a:xfrm>
            <a:off x="675216" y="5655759"/>
            <a:ext cx="10833300" cy="5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121900" bIns="60925" anchor="ctr" anchorCtr="0">
            <a:noAutofit/>
          </a:bodyPr>
          <a:lstStyle>
            <a:lvl1pPr lv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1pPr>
            <a:lvl2pPr lvl="1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2pPr>
            <a:lvl3pPr lvl="2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3pPr>
            <a:lvl4pPr lvl="3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4pPr>
            <a:lvl5pPr lvl="4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5pPr>
            <a:lvl6pPr lvl="5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6pPr>
            <a:lvl7pPr lvl="6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7pPr>
            <a:lvl8pPr lvl="7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8pPr>
            <a:lvl9pPr lvl="8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E2F3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10959942" y="6287239"/>
            <a:ext cx="548400" cy="3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1" name="Google Shape;11;p1"/>
          <p:cNvCxnSpPr/>
          <p:nvPr/>
        </p:nvCxnSpPr>
        <p:spPr>
          <a:xfrm>
            <a:off x="10912828" y="6307323"/>
            <a:ext cx="0" cy="35310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2" name="Google Shape;12;p1"/>
          <p:cNvSpPr txBox="1">
            <a:spLocks noGrp="1"/>
          </p:cNvSpPr>
          <p:nvPr>
            <p:ph type="body" idx="1"/>
          </p:nvPr>
        </p:nvSpPr>
        <p:spPr>
          <a:xfrm>
            <a:off x="666751" y="1249031"/>
            <a:ext cx="10850100" cy="491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marR="0" lvl="0" indent="-4254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3100"/>
              <a:buFont typeface="Arial"/>
              <a:buChar char="•"/>
              <a:defRPr sz="24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00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700"/>
              <a:buFont typeface="NTR"/>
              <a:buChar char="-"/>
              <a:defRPr sz="21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000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700"/>
              <a:buFont typeface="NTR"/>
              <a:buChar char="-"/>
              <a:defRPr sz="21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4000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700"/>
              <a:buFont typeface="NTR"/>
              <a:buChar char="-"/>
              <a:defRPr sz="21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65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700"/>
              <a:buFont typeface="NTR"/>
              <a:buChar char="-"/>
              <a:defRPr sz="15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8100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8100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8100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8100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13" name="Google Shape;13;p1"/>
          <p:cNvPicPr preferRelativeResize="0"/>
          <p:nvPr/>
        </p:nvPicPr>
        <p:blipFill rotWithShape="1">
          <a:blip r:embed="rId44">
            <a:alphaModFix/>
          </a:blip>
          <a:srcRect b="52800"/>
          <a:stretch/>
        </p:blipFill>
        <p:spPr>
          <a:xfrm>
            <a:off x="683548" y="6231502"/>
            <a:ext cx="1486355" cy="406125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1"/>
          <p:cNvSpPr txBox="1">
            <a:spLocks noGrp="1"/>
          </p:cNvSpPr>
          <p:nvPr>
            <p:ph type="title"/>
          </p:nvPr>
        </p:nvSpPr>
        <p:spPr>
          <a:xfrm>
            <a:off x="675217" y="366185"/>
            <a:ext cx="10850100" cy="7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grpSp>
        <p:nvGrpSpPr>
          <p:cNvPr id="15" name="Google Shape;15;p1"/>
          <p:cNvGrpSpPr/>
          <p:nvPr/>
        </p:nvGrpSpPr>
        <p:grpSpPr>
          <a:xfrm>
            <a:off x="4233" y="6761503"/>
            <a:ext cx="12191695" cy="104397"/>
            <a:chOff x="0" y="5071254"/>
            <a:chExt cx="9144000" cy="78300"/>
          </a:xfrm>
        </p:grpSpPr>
        <p:sp>
          <p:nvSpPr>
            <p:cNvPr id="16" name="Google Shape;16;p1"/>
            <p:cNvSpPr/>
            <p:nvPr/>
          </p:nvSpPr>
          <p:spPr>
            <a:xfrm>
              <a:off x="0" y="5071254"/>
              <a:ext cx="2016000" cy="78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Calibri"/>
                <a:buNone/>
              </a:pPr>
              <a:endParaRPr sz="2400" b="0" i="0" u="none" strike="noStrike" cap="none">
                <a:solidFill>
                  <a:srgbClr val="EFEFF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17;p1"/>
            <p:cNvSpPr/>
            <p:nvPr/>
          </p:nvSpPr>
          <p:spPr>
            <a:xfrm>
              <a:off x="2016000" y="5071254"/>
              <a:ext cx="7128000" cy="78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Calibri"/>
                <a:buNone/>
              </a:pPr>
              <a:endParaRPr sz="2400" b="0" i="0" u="none" strike="noStrike" cap="none">
                <a:solidFill>
                  <a:srgbClr val="EFEFF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1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1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1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6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0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0.xml"/><Relationship Id="rId4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0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9.xml"/><Relationship Id="rId6" Type="http://schemas.openxmlformats.org/officeDocument/2006/relationships/image" Target="../media/image6.png"/><Relationship Id="rId5" Type="http://schemas.openxmlformats.org/officeDocument/2006/relationships/hyperlink" Target="mailto:Cameline.orlendo@swisstph.ch" TargetMode="External"/><Relationship Id="rId4" Type="http://schemas.openxmlformats.org/officeDocument/2006/relationships/image" Target="../media/image1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6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6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6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6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17.png"/><Relationship Id="rId9" Type="http://schemas.openxmlformats.org/officeDocument/2006/relationships/image" Target="../media/image14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6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6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17.png"/><Relationship Id="rId9" Type="http://schemas.openxmlformats.org/officeDocument/2006/relationships/image" Target="../media/image14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15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6.xml"/><Relationship Id="rId6" Type="http://schemas.openxmlformats.org/officeDocument/2006/relationships/image" Target="../media/image28.png"/><Relationship Id="rId11" Type="http://schemas.openxmlformats.org/officeDocument/2006/relationships/image" Target="../media/image33.png"/><Relationship Id="rId5" Type="http://schemas.openxmlformats.org/officeDocument/2006/relationships/image" Target="../media/image27.png"/><Relationship Id="rId10" Type="http://schemas.openxmlformats.org/officeDocument/2006/relationships/image" Target="../media/image32.png"/><Relationship Id="rId4" Type="http://schemas.openxmlformats.org/officeDocument/2006/relationships/image" Target="../media/image17.png"/><Relationship Id="rId9" Type="http://schemas.openxmlformats.org/officeDocument/2006/relationships/image" Target="../media/image31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8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6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Relationship Id="rId9" Type="http://schemas.openxmlformats.org/officeDocument/2006/relationships/image" Target="../media/image42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8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6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Relationship Id="rId9" Type="http://schemas.openxmlformats.org/officeDocument/2006/relationships/image" Target="../media/image42.pn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43.png"/><Relationship Id="rId7" Type="http://schemas.openxmlformats.org/officeDocument/2006/relationships/image" Target="../media/image47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6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10" Type="http://schemas.openxmlformats.org/officeDocument/2006/relationships/image" Target="../media/image50.png"/><Relationship Id="rId4" Type="http://schemas.openxmlformats.org/officeDocument/2006/relationships/image" Target="../media/image44.png"/><Relationship Id="rId9" Type="http://schemas.openxmlformats.org/officeDocument/2006/relationships/image" Target="../media/image49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6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51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6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53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39.xml"/><Relationship Id="rId6" Type="http://schemas.openxmlformats.org/officeDocument/2006/relationships/image" Target="../media/image6.png"/><Relationship Id="rId5" Type="http://schemas.openxmlformats.org/officeDocument/2006/relationships/hyperlink" Target="mailto:Cameline.orlendo@swisstph.ch" TargetMode="Externa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44"/>
          <p:cNvSpPr txBox="1">
            <a:spLocks noGrp="1"/>
          </p:cNvSpPr>
          <p:nvPr>
            <p:ph type="body" idx="1"/>
          </p:nvPr>
        </p:nvSpPr>
        <p:spPr>
          <a:xfrm>
            <a:off x="4122050" y="3820900"/>
            <a:ext cx="7993800" cy="6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7916"/>
              </a:lnSpc>
              <a:spcBef>
                <a:spcPts val="2400"/>
              </a:spcBef>
              <a:spcAft>
                <a:spcPts val="600"/>
              </a:spcAft>
              <a:buSzPts val="1100"/>
              <a:buNone/>
            </a:pPr>
            <a:r>
              <a:rPr lang="en-US" sz="3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Malaria interventions</a:t>
            </a:r>
            <a:endParaRPr sz="35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44"/>
          <p:cNvSpPr txBox="1"/>
          <p:nvPr/>
        </p:nvSpPr>
        <p:spPr>
          <a:xfrm>
            <a:off x="6016475" y="5167725"/>
            <a:ext cx="4902300" cy="79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</a:rPr>
              <a:t>21-08-2025</a:t>
            </a: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7916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</a:rPr>
              <a:t>Billy Bauzile, Swiss TPH</a:t>
            </a:r>
            <a:endParaRPr sz="1600">
              <a:solidFill>
                <a:schemeClr val="accent1"/>
              </a:solidFill>
            </a:endParaRPr>
          </a:p>
        </p:txBody>
      </p:sp>
      <p:pic>
        <p:nvPicPr>
          <p:cNvPr id="328" name="Google Shape;328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25725" y="118000"/>
            <a:ext cx="1402700" cy="140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9" name="Google Shape;329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81652" y="402063"/>
            <a:ext cx="2709627" cy="7012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30" name="Google Shape;330;p44"/>
          <p:cNvPicPr preferRelativeResize="0"/>
          <p:nvPr/>
        </p:nvPicPr>
        <p:blipFill rotWithShape="1">
          <a:blip r:embed="rId5">
            <a:alphaModFix/>
          </a:blip>
          <a:srcRect b="52799"/>
          <a:stretch/>
        </p:blipFill>
        <p:spPr>
          <a:xfrm>
            <a:off x="9662875" y="461400"/>
            <a:ext cx="2132100" cy="641875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44"/>
          <p:cNvSpPr/>
          <p:nvPr/>
        </p:nvSpPr>
        <p:spPr>
          <a:xfrm>
            <a:off x="4490800" y="1593575"/>
            <a:ext cx="5731800" cy="22506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rgbClr val="CFE2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45"/>
          <p:cNvSpPr txBox="1">
            <a:spLocks noGrp="1"/>
          </p:cNvSpPr>
          <p:nvPr>
            <p:ph type="body" idx="1"/>
          </p:nvPr>
        </p:nvSpPr>
        <p:spPr>
          <a:xfrm>
            <a:off x="5186289" y="3547454"/>
            <a:ext cx="5935500" cy="824100"/>
          </a:xfrm>
          <a:prstGeom prst="rect">
            <a:avLst/>
          </a:prstGeom>
        </p:spPr>
        <p:txBody>
          <a:bodyPr spcFirstLastPara="1" wrap="square" lIns="0" tIns="45700" rIns="91425" bIns="45700" anchor="ctr" anchorCtr="0">
            <a:noAutofit/>
          </a:bodyPr>
          <a:lstStyle/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/>
              <a:t>Review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46"/>
          <p:cNvSpPr txBox="1">
            <a:spLocks noGrp="1"/>
          </p:cNvSpPr>
          <p:nvPr>
            <p:ph type="title"/>
          </p:nvPr>
        </p:nvSpPr>
        <p:spPr>
          <a:xfrm>
            <a:off x="666751" y="366185"/>
            <a:ext cx="10850100" cy="7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121900" bIns="609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Arial"/>
              <a:buNone/>
            </a:pPr>
            <a:r>
              <a:rPr lang="en-US"/>
              <a:t> Basic concepts of Malaria Modeling: transmission cycle </a:t>
            </a:r>
            <a:endParaRPr/>
          </a:p>
        </p:txBody>
      </p:sp>
      <p:pic>
        <p:nvPicPr>
          <p:cNvPr id="343" name="Google Shape;343;p46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49984" y="2786717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4" name="Google Shape;344;p46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49984" y="3655517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" name="Google Shape;345;p46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49984" y="4485117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6" name="Google Shape;346;p46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49984" y="1900317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" name="Google Shape;347;p46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78784" y="2786717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8" name="Google Shape;348;p46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78784" y="3655517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9" name="Google Shape;349;p46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78784" y="4485117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0" name="Google Shape;350;p46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78784" y="1900317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p46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85184" y="2786717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2" name="Google Shape;352;p46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85184" y="3655517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3" name="Google Shape;353;p46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85184" y="4485117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46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85184" y="1900317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5" name="Google Shape;355;p46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91584" y="2786717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6" name="Google Shape;356;p46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91584" y="3655517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7" name="Google Shape;357;p46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91584" y="4485117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8" name="Google Shape;358;p46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91584" y="1900317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9" name="Google Shape;359;p46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97984" y="2786717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0" name="Google Shape;360;p46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97984" y="3655517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1" name="Google Shape;361;p46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97984" y="4485117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2" name="Google Shape;362;p46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97984" y="1900317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3" name="Google Shape;363;p46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04384" y="2786717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4" name="Google Shape;364;p46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04384" y="3655517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5" name="Google Shape;365;p46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04384" y="4485117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6" name="Google Shape;366;p46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04384" y="1900317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7" name="Google Shape;367;p46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10784" y="2786717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8" name="Google Shape;368;p46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10784" y="3655517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9" name="Google Shape;369;p46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10784" y="4485117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0" name="Google Shape;370;p46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10784" y="1900317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1" name="Google Shape;371;p46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7184" y="2786717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2" name="Google Shape;372;p46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7184" y="3655517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3" name="Google Shape;373;p46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7184" y="4485117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4" name="Google Shape;374;p46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7184" y="1900317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5" name="Google Shape;375;p46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23584" y="2786717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6" name="Google Shape;376;p46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23584" y="3655517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46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23584" y="4485117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8" name="Google Shape;378;p46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23584" y="1900317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9" name="Google Shape;379;p46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29984" y="2786717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0" name="Google Shape;380;p46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29984" y="3655517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1" name="Google Shape;381;p46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29984" y="4485117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2" name="Google Shape;382;p46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29984" y="1900317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3" name="Google Shape;383;p46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305317" y="3655384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4" name="Google Shape;384;p46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273317" y="4485117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5" name="Google Shape;385;p46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98917" y="4485117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p46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524517" y="4485117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7" name="Google Shape;387;p46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18117" y="3655384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8" name="Google Shape;388;p46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9923" y="2789579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9" name="Google Shape;389;p46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22715" y="1900317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0" name="Google Shape;390;p46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13984" y="2786717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1" name="Google Shape;391;p46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13984" y="3655517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2" name="Google Shape;392;p46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13984" y="4485117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3" name="Google Shape;393;p46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13984" y="1900317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4" name="Google Shape;394;p46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42784" y="2786717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5" name="Google Shape;395;p46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42784" y="3655517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6" name="Google Shape;396;p46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42784" y="4485117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7" name="Google Shape;397;p46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42784" y="1900317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8" name="Google Shape;398;p46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49184" y="2786717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9" name="Google Shape;399;p46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49184" y="3655517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0" name="Google Shape;400;p46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49184" y="4485117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1" name="Google Shape;401;p46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49184" y="1900317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p46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55584" y="2786717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3" name="Google Shape;403;p46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55584" y="3655517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4" name="Google Shape;404;p46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55584" y="4485117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5" name="Google Shape;405;p46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55584" y="1900317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6" name="Google Shape;406;p46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61984" y="2786717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7" name="Google Shape;407;p46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61984" y="3655517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8" name="Google Shape;408;p46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61984" y="4485117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9" name="Google Shape;409;p46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61984" y="1900317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0" name="Google Shape;410;p46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968384" y="2786717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1" name="Google Shape;411;p46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968384" y="3655517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2" name="Google Shape;412;p46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968384" y="4485117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3" name="Google Shape;413;p46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968384" y="1900317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4" name="Google Shape;414;p46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374784" y="2786717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5" name="Google Shape;415;p46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374784" y="3655517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6" name="Google Shape;416;p46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374784" y="4485117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7" name="Google Shape;417;p46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374784" y="1900317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8" name="Google Shape;418;p46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50117" y="3655384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9" name="Google Shape;419;p46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337317" y="4485117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0" name="Google Shape;420;p46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962917" y="4485117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1" name="Google Shape;421;p46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337317" y="3655384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2" name="Google Shape;422;p46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911245" y="2781112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3" name="Google Shape;423;p46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18117" y="4485117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4" name="Google Shape;424;p46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43717" y="4485117"/>
            <a:ext cx="384000" cy="76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25" name="Google Shape;425;p46"/>
          <p:cNvSpPr txBox="1"/>
          <p:nvPr/>
        </p:nvSpPr>
        <p:spPr>
          <a:xfrm>
            <a:off x="10019335" y="5629565"/>
            <a:ext cx="2125200" cy="29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300"/>
              <a:buFont typeface="Calibri"/>
              <a:buNone/>
            </a:pPr>
            <a:r>
              <a:rPr lang="en-US" sz="1300" b="0" i="1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Courtesy of Emilie Pothin</a:t>
            </a:r>
            <a:endParaRPr sz="1300" b="0" i="1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46"/>
          <p:cNvSpPr txBox="1"/>
          <p:nvPr/>
        </p:nvSpPr>
        <p:spPr>
          <a:xfrm>
            <a:off x="1505443" y="1113285"/>
            <a:ext cx="1300800" cy="442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noAutofit/>
          </a:bodyPr>
          <a:lstStyle/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900">
              <a:solidFill>
                <a:schemeClr val="accent1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90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Time: </a:t>
            </a:r>
            <a:r>
              <a:rPr lang="en-US" sz="1900">
                <a:solidFill>
                  <a:schemeClr val="accent1"/>
                </a:solidFill>
              </a:rPr>
              <a:t>0</a:t>
            </a:r>
            <a:endParaRPr sz="19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90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Time: </a:t>
            </a:r>
            <a:r>
              <a:rPr lang="en-US" sz="1900">
                <a:solidFill>
                  <a:schemeClr val="accent1"/>
                </a:solidFill>
              </a:rPr>
              <a:t>1</a:t>
            </a:r>
            <a:endParaRPr sz="19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90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Time: </a:t>
            </a:r>
            <a:r>
              <a:rPr lang="en-US" sz="1900">
                <a:solidFill>
                  <a:schemeClr val="accent1"/>
                </a:solidFill>
              </a:rPr>
              <a:t>2</a:t>
            </a:r>
            <a:endParaRPr sz="19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90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Time: </a:t>
            </a:r>
            <a:r>
              <a:rPr lang="en-US" sz="1900">
                <a:solidFill>
                  <a:schemeClr val="accent1"/>
                </a:solidFill>
              </a:rPr>
              <a:t>n</a:t>
            </a:r>
            <a:endParaRPr sz="1900" b="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47"/>
          <p:cNvSpPr txBox="1">
            <a:spLocks noGrp="1"/>
          </p:cNvSpPr>
          <p:nvPr>
            <p:ph type="title"/>
          </p:nvPr>
        </p:nvSpPr>
        <p:spPr>
          <a:xfrm>
            <a:off x="666751" y="366185"/>
            <a:ext cx="10850100" cy="7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121900" bIns="609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Arial"/>
              <a:buNone/>
            </a:pPr>
            <a:r>
              <a:rPr lang="en-US"/>
              <a:t>Models help us understand complex interactions that are difficult to study in real-world settings.</a:t>
            </a:r>
            <a:endParaRPr/>
          </a:p>
        </p:txBody>
      </p:sp>
      <p:sp>
        <p:nvSpPr>
          <p:cNvPr id="432" name="Google Shape;432;p47"/>
          <p:cNvSpPr txBox="1">
            <a:spLocks noGrp="1"/>
          </p:cNvSpPr>
          <p:nvPr>
            <p:ph type="body" idx="1"/>
          </p:nvPr>
        </p:nvSpPr>
        <p:spPr>
          <a:xfrm>
            <a:off x="666750" y="1762075"/>
            <a:ext cx="3902700" cy="247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121900" bIns="609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</a:pPr>
            <a:r>
              <a:rPr lang="en-US" sz="1800"/>
              <a:t>Compartmental models:</a:t>
            </a:r>
            <a:endParaRPr sz="1800"/>
          </a:p>
          <a:p>
            <a:pPr marL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300"/>
              <a:buNone/>
            </a:pPr>
            <a:r>
              <a:rPr lang="en-US" sz="1800" b="1"/>
              <a:t>Susceptible-Infected-Susceptible </a:t>
            </a:r>
            <a:endParaRPr sz="1800"/>
          </a:p>
          <a:p>
            <a:pPr marL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300"/>
              <a:buNone/>
            </a:pPr>
            <a:endParaRPr sz="1800"/>
          </a:p>
          <a:p>
            <a:pPr marL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300"/>
              <a:buNone/>
            </a:pPr>
            <a:r>
              <a:rPr lang="en-US" sz="1800"/>
              <a:t>Key parameters:</a:t>
            </a:r>
            <a:endParaRPr sz="1800"/>
          </a:p>
          <a:p>
            <a:pPr marL="228600" lvl="0" indent="-1905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1800"/>
              <a:t>Transmission rate (β)</a:t>
            </a:r>
            <a:endParaRPr sz="1800"/>
          </a:p>
          <a:p>
            <a:pPr marL="228600" lvl="0" indent="-1905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1800"/>
              <a:t>Recovery rate (</a:t>
            </a:r>
            <a:r>
              <a:rPr lang="en-US" sz="1800">
                <a:solidFill>
                  <a:schemeClr val="dk1"/>
                </a:solidFill>
              </a:rPr>
              <a:t>γ</a:t>
            </a:r>
            <a:r>
              <a:rPr lang="en-US" sz="1800"/>
              <a:t>)</a:t>
            </a:r>
            <a:endParaRPr sz="1800"/>
          </a:p>
          <a:p>
            <a:pPr marL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300"/>
              <a:buNone/>
            </a:pPr>
            <a:endParaRPr sz="1800"/>
          </a:p>
          <a:p>
            <a:pPr marL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300"/>
              <a:buNone/>
            </a:pPr>
            <a:endParaRPr sz="1800"/>
          </a:p>
        </p:txBody>
      </p:sp>
      <p:pic>
        <p:nvPicPr>
          <p:cNvPr id="433" name="Google Shape;433;p47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93728" y="2276872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4" name="Google Shape;434;p47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93728" y="3145672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5" name="Google Shape;435;p47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93728" y="3975272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6" name="Google Shape;436;p47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93728" y="1390472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7" name="Google Shape;437;p47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622528" y="2276872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8" name="Google Shape;438;p47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622528" y="3145672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9" name="Google Shape;439;p47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622528" y="3975272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0" name="Google Shape;440;p47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622528" y="1390472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1" name="Google Shape;441;p47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28928" y="2276872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2" name="Google Shape;442;p47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28928" y="3145672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3" name="Google Shape;443;p47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28928" y="3975272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4" name="Google Shape;444;p47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28928" y="1390472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5" name="Google Shape;445;p47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35328" y="2276872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6" name="Google Shape;446;p47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35328" y="3145672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7" name="Google Shape;447;p47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35328" y="3975272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8" name="Google Shape;448;p47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35328" y="1390472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9" name="Google Shape;449;p47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41728" y="2276872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0" name="Google Shape;450;p47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41728" y="3145672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1" name="Google Shape;451;p47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41728" y="3975272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2" name="Google Shape;452;p47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41728" y="1390472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3" name="Google Shape;453;p47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48128" y="2276872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4" name="Google Shape;454;p47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48128" y="3145672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5" name="Google Shape;455;p47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48128" y="3975272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6" name="Google Shape;456;p47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48128" y="1390472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7" name="Google Shape;457;p47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54528" y="2276872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8" name="Google Shape;458;p47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54528" y="3145672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" name="Google Shape;459;p47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54528" y="3975272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0" name="Google Shape;460;p47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54528" y="1390472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1" name="Google Shape;461;p47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60928" y="2276872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2" name="Google Shape;462;p47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60928" y="3145672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3" name="Google Shape;463;p47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60928" y="3975272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4" name="Google Shape;464;p47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60928" y="1390472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5" name="Google Shape;465;p47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67328" y="2276872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6" name="Google Shape;466;p47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67328" y="3145672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7" name="Google Shape;467;p47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67328" y="3975272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8" name="Google Shape;468;p47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67328" y="1390472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9" name="Google Shape;469;p47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873728" y="2276872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0" name="Google Shape;470;p47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873728" y="3145672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1" name="Google Shape;471;p47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873728" y="3975272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2" name="Google Shape;472;p47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873728" y="1390472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3" name="Google Shape;473;p47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49061" y="3145539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4" name="Google Shape;474;p47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617061" y="3975272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5" name="Google Shape;475;p47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242661" y="3975272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6" name="Google Shape;476;p47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868261" y="3975272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7" name="Google Shape;477;p47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461861" y="3145539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8" name="Google Shape;478;p47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63667" y="2279733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9" name="Google Shape;479;p47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466459" y="1390472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0" name="Google Shape;480;p47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57728" y="2276872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1" name="Google Shape;481;p47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57728" y="3145672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2" name="Google Shape;482;p47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57728" y="3975272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3" name="Google Shape;483;p47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57728" y="1390472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4" name="Google Shape;484;p47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686528" y="2276872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5" name="Google Shape;485;p47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686528" y="3145672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6" name="Google Shape;486;p47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686528" y="3975272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7" name="Google Shape;487;p47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686528" y="1390472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8" name="Google Shape;488;p47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92928" y="2276872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9" name="Google Shape;489;p47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92928" y="3145672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0" name="Google Shape;490;p47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92928" y="3975272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1" name="Google Shape;491;p47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92928" y="1390472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2" name="Google Shape;492;p47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99328" y="2276872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3" name="Google Shape;493;p47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99328" y="3145672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4" name="Google Shape;494;p47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99328" y="3975272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5" name="Google Shape;495;p47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99328" y="1390472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6" name="Google Shape;496;p47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05728" y="2276872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7" name="Google Shape;497;p47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05728" y="3145672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8" name="Google Shape;498;p47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05728" y="3975272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9" name="Google Shape;499;p47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05728" y="1390472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0" name="Google Shape;500;p47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312128" y="2276872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1" name="Google Shape;501;p47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312128" y="3145672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2" name="Google Shape;502;p47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312128" y="3975272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3" name="Google Shape;503;p47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312128" y="1390472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4" name="Google Shape;504;p47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718528" y="2276872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5" name="Google Shape;505;p47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718528" y="3145672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6" name="Google Shape;506;p47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718528" y="3975272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7" name="Google Shape;507;p47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718528" y="1390472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8" name="Google Shape;508;p47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861" y="3145539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9" name="Google Shape;509;p47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681061" y="3975272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0" name="Google Shape;510;p47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306661" y="3975272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1" name="Google Shape;511;p47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681061" y="3145539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2" name="Google Shape;512;p47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254989" y="2271267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3" name="Google Shape;513;p47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461861" y="3975272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4" name="Google Shape;514;p47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087461" y="3975272"/>
            <a:ext cx="384000" cy="76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15" name="Google Shape;515;p47"/>
          <p:cNvCxnSpPr>
            <a:stCxn id="475" idx="2"/>
            <a:endCxn id="516" idx="0"/>
          </p:cNvCxnSpPr>
          <p:nvPr/>
        </p:nvCxnSpPr>
        <p:spPr>
          <a:xfrm>
            <a:off x="7434661" y="4743272"/>
            <a:ext cx="434400" cy="733800"/>
          </a:xfrm>
          <a:prstGeom prst="straightConnector1">
            <a:avLst/>
          </a:prstGeom>
          <a:noFill/>
          <a:ln w="12700" cap="flat" cmpd="sng">
            <a:solidFill>
              <a:srgbClr val="AC4C44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517" name="Google Shape;517;p47"/>
          <p:cNvCxnSpPr>
            <a:stCxn id="474" idx="2"/>
            <a:endCxn id="516" idx="0"/>
          </p:cNvCxnSpPr>
          <p:nvPr/>
        </p:nvCxnSpPr>
        <p:spPr>
          <a:xfrm>
            <a:off x="5809061" y="4743272"/>
            <a:ext cx="2059800" cy="733800"/>
          </a:xfrm>
          <a:prstGeom prst="straightConnector1">
            <a:avLst/>
          </a:prstGeom>
          <a:noFill/>
          <a:ln w="12700" cap="flat" cmpd="sng">
            <a:solidFill>
              <a:srgbClr val="AC4C44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518" name="Google Shape;518;p47"/>
          <p:cNvCxnSpPr>
            <a:stCxn id="514" idx="2"/>
            <a:endCxn id="516" idx="0"/>
          </p:cNvCxnSpPr>
          <p:nvPr/>
        </p:nvCxnSpPr>
        <p:spPr>
          <a:xfrm flipH="1">
            <a:off x="7868961" y="4743272"/>
            <a:ext cx="2410500" cy="733800"/>
          </a:xfrm>
          <a:prstGeom prst="straightConnector1">
            <a:avLst/>
          </a:prstGeom>
          <a:noFill/>
          <a:ln w="12700" cap="flat" cmpd="sng">
            <a:solidFill>
              <a:srgbClr val="AC4C44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519" name="Google Shape;519;p47"/>
          <p:cNvCxnSpPr>
            <a:endCxn id="520" idx="0"/>
          </p:cNvCxnSpPr>
          <p:nvPr/>
        </p:nvCxnSpPr>
        <p:spPr>
          <a:xfrm flipH="1">
            <a:off x="5973171" y="4777780"/>
            <a:ext cx="168000" cy="6804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521" name="Google Shape;521;p47"/>
          <p:cNvCxnSpPr>
            <a:stCxn id="435" idx="2"/>
            <a:endCxn id="520" idx="0"/>
          </p:cNvCxnSpPr>
          <p:nvPr/>
        </p:nvCxnSpPr>
        <p:spPr>
          <a:xfrm>
            <a:off x="5385728" y="4743272"/>
            <a:ext cx="587400" cy="7149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522" name="Google Shape;522;p47"/>
          <p:cNvCxnSpPr>
            <a:stCxn id="463" idx="2"/>
            <a:endCxn id="520" idx="0"/>
          </p:cNvCxnSpPr>
          <p:nvPr/>
        </p:nvCxnSpPr>
        <p:spPr>
          <a:xfrm flipH="1">
            <a:off x="5973228" y="4743272"/>
            <a:ext cx="2279700" cy="7149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523" name="Google Shape;523;p47"/>
          <p:cNvSpPr/>
          <p:nvPr/>
        </p:nvSpPr>
        <p:spPr>
          <a:xfrm flipH="1">
            <a:off x="4490319" y="1445836"/>
            <a:ext cx="656400" cy="3251100"/>
          </a:xfrm>
          <a:prstGeom prst="rtTriangle">
            <a:avLst/>
          </a:prstGeom>
          <a:solidFill>
            <a:srgbClr val="54535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4" name="Google Shape;524;p47"/>
          <p:cNvSpPr txBox="1"/>
          <p:nvPr/>
        </p:nvSpPr>
        <p:spPr>
          <a:xfrm rot="-5400000" flipH="1">
            <a:off x="4385986" y="3720217"/>
            <a:ext cx="1083600" cy="3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Time</a:t>
            </a:r>
            <a:endParaRPr sz="2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25" name="Google Shape;525;p47"/>
          <p:cNvCxnSpPr/>
          <p:nvPr/>
        </p:nvCxnSpPr>
        <p:spPr>
          <a:xfrm flipH="1">
            <a:off x="5973171" y="4777780"/>
            <a:ext cx="168000" cy="6804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526" name="Google Shape;526;p47"/>
          <p:cNvCxnSpPr/>
          <p:nvPr/>
        </p:nvCxnSpPr>
        <p:spPr>
          <a:xfrm>
            <a:off x="5385728" y="4743272"/>
            <a:ext cx="587700" cy="7149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527" name="Google Shape;527;p47"/>
          <p:cNvCxnSpPr/>
          <p:nvPr/>
        </p:nvCxnSpPr>
        <p:spPr>
          <a:xfrm flipH="1">
            <a:off x="5973228" y="4743272"/>
            <a:ext cx="2279700" cy="7149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528" name="Google Shape;528;p47"/>
          <p:cNvSpPr/>
          <p:nvPr/>
        </p:nvSpPr>
        <p:spPr>
          <a:xfrm>
            <a:off x="3811125" y="5612216"/>
            <a:ext cx="2441700" cy="1037400"/>
          </a:xfrm>
          <a:prstGeom prst="roundRect">
            <a:avLst>
              <a:gd name="adj" fmla="val 16667"/>
            </a:avLst>
          </a:prstGeom>
          <a:noFill/>
          <a:ln w="116725" cap="flat" cmpd="sng">
            <a:solidFill>
              <a:srgbClr val="95C0D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0025" tIns="70025" rIns="70025" bIns="700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72"/>
          </a:p>
        </p:txBody>
      </p:sp>
      <p:sp>
        <p:nvSpPr>
          <p:cNvPr id="529" name="Google Shape;529;p47"/>
          <p:cNvSpPr/>
          <p:nvPr/>
        </p:nvSpPr>
        <p:spPr>
          <a:xfrm>
            <a:off x="7168737" y="5612220"/>
            <a:ext cx="2441700" cy="1073100"/>
          </a:xfrm>
          <a:prstGeom prst="roundRect">
            <a:avLst>
              <a:gd name="adj" fmla="val 16667"/>
            </a:avLst>
          </a:prstGeom>
          <a:noFill/>
          <a:ln w="116725" cap="flat" cmpd="sng">
            <a:solidFill>
              <a:srgbClr val="E97F7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0025" tIns="70025" rIns="70025" bIns="700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72"/>
          </a:p>
        </p:txBody>
      </p:sp>
      <p:sp>
        <p:nvSpPr>
          <p:cNvPr id="530" name="Google Shape;530;p47"/>
          <p:cNvSpPr txBox="1"/>
          <p:nvPr/>
        </p:nvSpPr>
        <p:spPr>
          <a:xfrm>
            <a:off x="3928984" y="5648010"/>
            <a:ext cx="2181300" cy="10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0025" tIns="70025" rIns="70025" bIns="700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10">
                <a:solidFill>
                  <a:schemeClr val="accent1"/>
                </a:solidFill>
              </a:rPr>
              <a:t>susceptible humans</a:t>
            </a:r>
            <a:endParaRPr sz="2910">
              <a:solidFill>
                <a:schemeClr val="accent1"/>
              </a:solidFill>
            </a:endParaRPr>
          </a:p>
        </p:txBody>
      </p:sp>
      <p:sp>
        <p:nvSpPr>
          <p:cNvPr id="531" name="Google Shape;531;p47"/>
          <p:cNvSpPr txBox="1"/>
          <p:nvPr/>
        </p:nvSpPr>
        <p:spPr>
          <a:xfrm>
            <a:off x="7243515" y="5641124"/>
            <a:ext cx="2181300" cy="10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0025" tIns="70025" rIns="70025" bIns="700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10">
                <a:solidFill>
                  <a:schemeClr val="accent1"/>
                </a:solidFill>
              </a:rPr>
              <a:t>infectious</a:t>
            </a:r>
            <a:endParaRPr sz="2910">
              <a:solidFill>
                <a:schemeClr val="accent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10">
                <a:solidFill>
                  <a:schemeClr val="accent1"/>
                </a:solidFill>
              </a:rPr>
              <a:t>humans</a:t>
            </a:r>
            <a:endParaRPr sz="2910">
              <a:solidFill>
                <a:schemeClr val="accent1"/>
              </a:solidFill>
            </a:endParaRPr>
          </a:p>
        </p:txBody>
      </p:sp>
      <p:sp>
        <p:nvSpPr>
          <p:cNvPr id="532" name="Google Shape;532;p47"/>
          <p:cNvSpPr/>
          <p:nvPr/>
        </p:nvSpPr>
        <p:spPr>
          <a:xfrm rot="10800000" flipH="1">
            <a:off x="6400119" y="5847959"/>
            <a:ext cx="621300" cy="193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9900"/>
          </a:solidFill>
          <a:ln w="73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0025" tIns="70025" rIns="70025" bIns="700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72"/>
          </a:p>
        </p:txBody>
      </p:sp>
      <p:sp>
        <p:nvSpPr>
          <p:cNvPr id="533" name="Google Shape;533;p47"/>
          <p:cNvSpPr/>
          <p:nvPr/>
        </p:nvSpPr>
        <p:spPr>
          <a:xfrm flipH="1">
            <a:off x="6400135" y="6287782"/>
            <a:ext cx="621300" cy="193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FB043"/>
          </a:solidFill>
          <a:ln w="73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0025" tIns="70025" rIns="70025" bIns="700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72"/>
          </a:p>
        </p:txBody>
      </p:sp>
      <p:sp>
        <p:nvSpPr>
          <p:cNvPr id="534" name="Google Shape;534;p47"/>
          <p:cNvSpPr txBox="1"/>
          <p:nvPr/>
        </p:nvSpPr>
        <p:spPr>
          <a:xfrm>
            <a:off x="6579050" y="5487275"/>
            <a:ext cx="512100" cy="44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β</a:t>
            </a:r>
            <a:endParaRPr/>
          </a:p>
        </p:txBody>
      </p:sp>
      <p:sp>
        <p:nvSpPr>
          <p:cNvPr id="535" name="Google Shape;535;p47"/>
          <p:cNvSpPr/>
          <p:nvPr/>
        </p:nvSpPr>
        <p:spPr>
          <a:xfrm flipH="1">
            <a:off x="6579050" y="5418325"/>
            <a:ext cx="764100" cy="193800"/>
          </a:xfrm>
          <a:prstGeom prst="uturnArrow">
            <a:avLst>
              <a:gd name="adj1" fmla="val 25000"/>
              <a:gd name="adj2" fmla="val 25000"/>
              <a:gd name="adj3" fmla="val 25000"/>
              <a:gd name="adj4" fmla="val 43750"/>
              <a:gd name="adj5" fmla="val 75000"/>
            </a:avLst>
          </a:prstGeom>
          <a:solidFill>
            <a:srgbClr val="FF9900"/>
          </a:solidFill>
          <a:ln w="9525" cap="flat" cmpd="sng">
            <a:solidFill>
              <a:srgbClr val="BABCB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6" name="Google Shape;536;p47"/>
          <p:cNvSpPr txBox="1"/>
          <p:nvPr/>
        </p:nvSpPr>
        <p:spPr>
          <a:xfrm>
            <a:off x="6515025" y="5965550"/>
            <a:ext cx="391500" cy="44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γ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1" name="Google Shape;541;p48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49984" y="2786717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2" name="Google Shape;542;p48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49984" y="3655517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3" name="Google Shape;543;p48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49984" y="4485117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4" name="Google Shape;544;p48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49984" y="1900317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5" name="Google Shape;545;p48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78784" y="2786717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6" name="Google Shape;546;p48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78784" y="3655517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7" name="Google Shape;547;p48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78784" y="4485117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8" name="Google Shape;548;p48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78784" y="1900317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9" name="Google Shape;549;p48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85184" y="2786717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0" name="Google Shape;550;p48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85184" y="3655517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1" name="Google Shape;551;p48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85184" y="4485117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2" name="Google Shape;552;p48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85184" y="1900317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3" name="Google Shape;553;p48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91584" y="2786717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4" name="Google Shape;554;p48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91584" y="3655517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5" name="Google Shape;555;p48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91584" y="4485117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6" name="Google Shape;556;p48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91584" y="1900317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7" name="Google Shape;557;p48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97984" y="2786717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8" name="Google Shape;558;p48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97984" y="3655517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9" name="Google Shape;559;p48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97984" y="4485117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0" name="Google Shape;560;p48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97984" y="1900317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1" name="Google Shape;561;p48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04384" y="2786717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2" name="Google Shape;562;p48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04384" y="3655517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3" name="Google Shape;563;p48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04384" y="4485117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4" name="Google Shape;564;p48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04384" y="1900317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5" name="Google Shape;565;p48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10784" y="2786717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6" name="Google Shape;566;p48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10784" y="3655517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7" name="Google Shape;567;p48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10784" y="4485117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8" name="Google Shape;568;p48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10784" y="1900317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9" name="Google Shape;569;p48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7184" y="2786717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0" name="Google Shape;570;p48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7184" y="3655517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1" name="Google Shape;571;p48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7184" y="4485117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2" name="Google Shape;572;p48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7184" y="1900317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3" name="Google Shape;573;p48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23584" y="2786717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4" name="Google Shape;574;p48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23584" y="3655517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5" name="Google Shape;575;p48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23584" y="4485117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6" name="Google Shape;576;p48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23584" y="1900317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7" name="Google Shape;577;p48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29984" y="2786717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8" name="Google Shape;578;p48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29984" y="3655517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9" name="Google Shape;579;p48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29984" y="4485117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0" name="Google Shape;580;p48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29984" y="1900317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1" name="Google Shape;581;p48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305317" y="3655384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2" name="Google Shape;582;p48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273317" y="4485117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3" name="Google Shape;583;p48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98917" y="4485117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4" name="Google Shape;584;p48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524517" y="4485117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5" name="Google Shape;585;p48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18117" y="3655384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6" name="Google Shape;586;p48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9923" y="2789579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7" name="Google Shape;587;p48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22715" y="1900317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8" name="Google Shape;588;p48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13984" y="2786717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9" name="Google Shape;589;p48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13984" y="3655517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0" name="Google Shape;590;p48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13984" y="4485117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1" name="Google Shape;591;p48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13984" y="1900317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2" name="Google Shape;592;p48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42784" y="2786717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3" name="Google Shape;593;p48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42784" y="3655517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4" name="Google Shape;594;p48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42784" y="4485117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5" name="Google Shape;595;p48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42784" y="1900317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6" name="Google Shape;596;p48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49184" y="2786717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7" name="Google Shape;597;p48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49184" y="3655517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8" name="Google Shape;598;p48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49184" y="4485117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9" name="Google Shape;599;p48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49184" y="1900317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0" name="Google Shape;600;p48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55584" y="2786717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1" name="Google Shape;601;p48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55584" y="3655517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2" name="Google Shape;602;p48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55584" y="4485117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3" name="Google Shape;603;p48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55584" y="1900317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4" name="Google Shape;604;p48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61984" y="2786717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5" name="Google Shape;605;p48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61984" y="3655517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6" name="Google Shape;606;p48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61984" y="4485117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7" name="Google Shape;607;p48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61984" y="1900317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8" name="Google Shape;608;p48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968384" y="2786717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9" name="Google Shape;609;p48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968384" y="3655517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0" name="Google Shape;610;p48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968384" y="4485117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1" name="Google Shape;611;p48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968384" y="1900317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2" name="Google Shape;612;p48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374784" y="2786717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3" name="Google Shape;613;p48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374784" y="3655517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4" name="Google Shape;614;p48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374784" y="4485117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5" name="Google Shape;615;p48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374784" y="1900317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6" name="Google Shape;616;p48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50117" y="3655384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7" name="Google Shape;617;p48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337317" y="4485117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8" name="Google Shape;618;p48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962917" y="4485117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9" name="Google Shape;619;p48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337317" y="3655384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0" name="Google Shape;620;p48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911245" y="2781112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1" name="Google Shape;621;p48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18117" y="4485117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2" name="Google Shape;622;p48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43717" y="4485117"/>
            <a:ext cx="384000" cy="76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23" name="Google Shape;623;p48"/>
          <p:cNvSpPr txBox="1"/>
          <p:nvPr/>
        </p:nvSpPr>
        <p:spPr>
          <a:xfrm>
            <a:off x="10019335" y="5629565"/>
            <a:ext cx="2125200" cy="29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300"/>
              <a:buFont typeface="Calibri"/>
              <a:buNone/>
            </a:pPr>
            <a:r>
              <a:rPr lang="en-US" sz="1300" b="0" i="1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Courtesy of Emilie Pothin</a:t>
            </a:r>
            <a:endParaRPr sz="1300" b="0" i="1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p48"/>
          <p:cNvSpPr txBox="1"/>
          <p:nvPr/>
        </p:nvSpPr>
        <p:spPr>
          <a:xfrm>
            <a:off x="1505443" y="1113285"/>
            <a:ext cx="1300800" cy="442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noAutofit/>
          </a:bodyPr>
          <a:lstStyle/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900">
              <a:solidFill>
                <a:schemeClr val="accent1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90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Time: </a:t>
            </a:r>
            <a:r>
              <a:rPr lang="en-US" sz="1900">
                <a:solidFill>
                  <a:schemeClr val="accent1"/>
                </a:solidFill>
              </a:rPr>
              <a:t>0</a:t>
            </a:r>
            <a:endParaRPr sz="19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90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Time: </a:t>
            </a:r>
            <a:r>
              <a:rPr lang="en-US" sz="1900">
                <a:solidFill>
                  <a:schemeClr val="accent1"/>
                </a:solidFill>
              </a:rPr>
              <a:t>1</a:t>
            </a:r>
            <a:endParaRPr sz="19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90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Time: </a:t>
            </a:r>
            <a:r>
              <a:rPr lang="en-US" sz="1900">
                <a:solidFill>
                  <a:schemeClr val="accent1"/>
                </a:solidFill>
              </a:rPr>
              <a:t>2</a:t>
            </a:r>
            <a:endParaRPr sz="19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90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Time: </a:t>
            </a:r>
            <a:r>
              <a:rPr lang="en-US" sz="1900">
                <a:solidFill>
                  <a:schemeClr val="accent1"/>
                </a:solidFill>
              </a:rPr>
              <a:t>n</a:t>
            </a:r>
            <a:endParaRPr sz="1900" b="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5" name="Google Shape;625;p48"/>
          <p:cNvSpPr txBox="1"/>
          <p:nvPr/>
        </p:nvSpPr>
        <p:spPr>
          <a:xfrm>
            <a:off x="2455750" y="5629575"/>
            <a:ext cx="6490200" cy="72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1"/>
                </a:solidFill>
              </a:rPr>
              <a:t>what can be said of this outbreak?</a:t>
            </a:r>
            <a:endParaRPr sz="2400">
              <a:solidFill>
                <a:schemeClr val="accent1"/>
              </a:solidFill>
            </a:endParaRPr>
          </a:p>
        </p:txBody>
      </p:sp>
      <p:sp>
        <p:nvSpPr>
          <p:cNvPr id="626" name="Google Shape;626;p48"/>
          <p:cNvSpPr txBox="1">
            <a:spLocks noGrp="1"/>
          </p:cNvSpPr>
          <p:nvPr>
            <p:ph type="title"/>
          </p:nvPr>
        </p:nvSpPr>
        <p:spPr>
          <a:xfrm>
            <a:off x="212700" y="366175"/>
            <a:ext cx="11304300" cy="7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121900" bIns="609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Arial"/>
              <a:buNone/>
            </a:pPr>
            <a:r>
              <a:rPr lang="en-US" sz="3000">
                <a:solidFill>
                  <a:schemeClr val="dk1"/>
                </a:solidFill>
              </a:rPr>
              <a:t>Models help us generalize behaviors of a system beyond the few</a:t>
            </a:r>
            <a:br>
              <a:rPr lang="en-US" sz="3000">
                <a:solidFill>
                  <a:schemeClr val="dk1"/>
                </a:solidFill>
              </a:rPr>
            </a:br>
            <a:r>
              <a:rPr lang="en-US" sz="3000">
                <a:solidFill>
                  <a:schemeClr val="dk1"/>
                </a:solidFill>
              </a:rPr>
              <a:t>instances that we can measure</a:t>
            </a:r>
            <a:endParaRPr sz="30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1" name="Google Shape;631;p49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93728" y="2276872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2" name="Google Shape;632;p49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93728" y="3145672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3" name="Google Shape;633;p49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93728" y="3975272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4" name="Google Shape;634;p49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93728" y="1390472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5" name="Google Shape;635;p49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622528" y="2276872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6" name="Google Shape;636;p49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622528" y="3145672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7" name="Google Shape;637;p49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622528" y="3975272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8" name="Google Shape;638;p49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622528" y="1390472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9" name="Google Shape;639;p49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28928" y="2276872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0" name="Google Shape;640;p49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28928" y="3145672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1" name="Google Shape;641;p49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28928" y="3975272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2" name="Google Shape;642;p49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28928" y="1390472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3" name="Google Shape;643;p49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35328" y="2276872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4" name="Google Shape;644;p49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35328" y="3145672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5" name="Google Shape;645;p49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35328" y="3975272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6" name="Google Shape;646;p49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35328" y="1390472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7" name="Google Shape;647;p49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41728" y="2276872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8" name="Google Shape;648;p49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41728" y="3145672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9" name="Google Shape;649;p49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41728" y="3975272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0" name="Google Shape;650;p49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41728" y="1390472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1" name="Google Shape;651;p49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48128" y="2276872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2" name="Google Shape;652;p49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48128" y="3145672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3" name="Google Shape;653;p49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48128" y="3975272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4" name="Google Shape;654;p49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48128" y="1390472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5" name="Google Shape;655;p49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54528" y="2276872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6" name="Google Shape;656;p49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54528" y="3145672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7" name="Google Shape;657;p49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54528" y="3975272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8" name="Google Shape;658;p49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54528" y="1390472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9" name="Google Shape;659;p49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60928" y="2276872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0" name="Google Shape;660;p49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60928" y="3145672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1" name="Google Shape;661;p49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60928" y="3975272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2" name="Google Shape;662;p49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60928" y="1390472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3" name="Google Shape;663;p49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67328" y="2276872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4" name="Google Shape;664;p49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67328" y="3145672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5" name="Google Shape;665;p49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67328" y="3975272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6" name="Google Shape;666;p49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67328" y="1390472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7" name="Google Shape;667;p49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873728" y="2276872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8" name="Google Shape;668;p49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873728" y="3145672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9" name="Google Shape;669;p49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873728" y="3975272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0" name="Google Shape;670;p49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873728" y="1390472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1" name="Google Shape;671;p49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49061" y="3145539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2" name="Google Shape;672;p49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63667" y="2279733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3" name="Google Shape;673;p49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466459" y="1390472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4" name="Google Shape;674;p49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57728" y="2276872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5" name="Google Shape;675;p49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57728" y="3145672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6" name="Google Shape;676;p49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57728" y="3975272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7" name="Google Shape;677;p49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57728" y="1390472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8" name="Google Shape;678;p49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686528" y="2276872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9" name="Google Shape;679;p49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686528" y="3145672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0" name="Google Shape;680;p49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686528" y="3975272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1" name="Google Shape;681;p49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686528" y="1390472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2" name="Google Shape;682;p49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92928" y="2276872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3" name="Google Shape;683;p49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92928" y="3145672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4" name="Google Shape;684;p49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92928" y="3975272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5" name="Google Shape;685;p49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92928" y="1390472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6" name="Google Shape;686;p49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99328" y="2276872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7" name="Google Shape;687;p49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99328" y="3145672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8" name="Google Shape;688;p49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99328" y="3975272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9" name="Google Shape;689;p49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99328" y="1390472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0" name="Google Shape;690;p49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05728" y="2276872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1" name="Google Shape;691;p49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05728" y="3145672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2" name="Google Shape;692;p49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05728" y="3975272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3" name="Google Shape;693;p49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05728" y="1390472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4" name="Google Shape;694;p49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312128" y="2276872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5" name="Google Shape;695;p49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312128" y="3145672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6" name="Google Shape;696;p49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312128" y="3975272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7" name="Google Shape;697;p49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312128" y="1390472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8" name="Google Shape;698;p49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718528" y="2276872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9" name="Google Shape;699;p49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718528" y="3145672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0" name="Google Shape;700;p49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718528" y="3975272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1" name="Google Shape;701;p49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718528" y="1390472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2" name="Google Shape;702;p49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681061" y="3145539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3" name="Google Shape;703;p49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254989" y="2271267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4" name="Google Shape;704;p49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461861" y="3975272"/>
            <a:ext cx="384000" cy="76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05" name="Google Shape;705;p49"/>
          <p:cNvSpPr/>
          <p:nvPr/>
        </p:nvSpPr>
        <p:spPr>
          <a:xfrm>
            <a:off x="212699" y="1892829"/>
            <a:ext cx="4416300" cy="19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Key parameters: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860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Transmission rate (β)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860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Recovery rate (</a:t>
            </a:r>
            <a:r>
              <a:rPr lang="en-US" sz="1800">
                <a:solidFill>
                  <a:schemeClr val="dk1"/>
                </a:solidFill>
              </a:rPr>
              <a:t>γ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)</a:t>
            </a:r>
            <a:endParaRPr sz="1800"/>
          </a:p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6" name="Google Shape;706;p49"/>
          <p:cNvSpPr/>
          <p:nvPr/>
        </p:nvSpPr>
        <p:spPr>
          <a:xfrm flipH="1">
            <a:off x="4490317" y="-1563555"/>
            <a:ext cx="656400" cy="6260400"/>
          </a:xfrm>
          <a:prstGeom prst="rtTriangle">
            <a:avLst/>
          </a:prstGeom>
          <a:solidFill>
            <a:srgbClr val="54535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7" name="Google Shape;707;p49"/>
          <p:cNvSpPr txBox="1"/>
          <p:nvPr/>
        </p:nvSpPr>
        <p:spPr>
          <a:xfrm rot="-5400000" flipH="1">
            <a:off x="3884386" y="2967928"/>
            <a:ext cx="2086800" cy="3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Time</a:t>
            </a:r>
            <a:endParaRPr sz="2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08" name="Google Shape;708;p49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62149" y="1396656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9" name="Google Shape;709;p49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253605" y="2279733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0" name="Google Shape;710;p49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098963" y="1385807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1" name="Google Shape;711;p49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55139" y="1385807"/>
            <a:ext cx="384000" cy="7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2" name="Google Shape;712;p49" descr="C:\Users\pothin\AppData\Local\Microsoft\Windows\Temporary Internet Files\Content.IE5\7EBAALWD\male-294095_960_720[1]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687647" y="1385807"/>
            <a:ext cx="384000" cy="76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13" name="Google Shape;713;p49"/>
          <p:cNvSpPr/>
          <p:nvPr/>
        </p:nvSpPr>
        <p:spPr>
          <a:xfrm>
            <a:off x="4079776" y="-1563555"/>
            <a:ext cx="1542900" cy="29493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marR="0" lvl="0" indent="0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4" name="Google Shape;714;p49"/>
          <p:cNvSpPr txBox="1"/>
          <p:nvPr/>
        </p:nvSpPr>
        <p:spPr>
          <a:xfrm>
            <a:off x="212700" y="366175"/>
            <a:ext cx="11304300" cy="7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121900" bIns="609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</a:rPr>
              <a:t>Models help us generalize behaviors of a system beyond the few</a:t>
            </a:r>
            <a:br>
              <a:rPr lang="en-US" sz="3000">
                <a:solidFill>
                  <a:schemeClr val="dk1"/>
                </a:solidFill>
              </a:rPr>
            </a:br>
            <a:r>
              <a:rPr lang="en-US" sz="3000">
                <a:solidFill>
                  <a:schemeClr val="dk1"/>
                </a:solidFill>
              </a:rPr>
              <a:t>instances that we can measure</a:t>
            </a:r>
            <a:endParaRPr sz="3000">
              <a:solidFill>
                <a:schemeClr val="dk1"/>
              </a:solidFill>
            </a:endParaRPr>
          </a:p>
        </p:txBody>
      </p:sp>
      <p:sp>
        <p:nvSpPr>
          <p:cNvPr id="715" name="Google Shape;715;p49"/>
          <p:cNvSpPr txBox="1"/>
          <p:nvPr/>
        </p:nvSpPr>
        <p:spPr>
          <a:xfrm>
            <a:off x="2455750" y="5629575"/>
            <a:ext cx="6490200" cy="72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1"/>
                </a:solidFill>
              </a:rPr>
              <a:t>what can be said of this outbreak?</a:t>
            </a:r>
            <a:endParaRPr sz="240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p50"/>
          <p:cNvSpPr txBox="1">
            <a:spLocks noGrp="1"/>
          </p:cNvSpPr>
          <p:nvPr>
            <p:ph type="title"/>
          </p:nvPr>
        </p:nvSpPr>
        <p:spPr>
          <a:xfrm>
            <a:off x="666751" y="366185"/>
            <a:ext cx="10850100" cy="745200"/>
          </a:xfrm>
          <a:prstGeom prst="rect">
            <a:avLst/>
          </a:prstGeom>
        </p:spPr>
        <p:txBody>
          <a:bodyPr spcFirstLastPara="1" wrap="square" lIns="0" tIns="60925" rIns="121900" bIns="60925" anchor="ctr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R0: is the …..</a:t>
            </a:r>
            <a:endParaRPr/>
          </a:p>
        </p:txBody>
      </p:sp>
      <p:sp>
        <p:nvSpPr>
          <p:cNvPr id="722" name="Google Shape;722;p50"/>
          <p:cNvSpPr txBox="1">
            <a:spLocks noGrp="1"/>
          </p:cNvSpPr>
          <p:nvPr>
            <p:ph type="body" idx="1"/>
          </p:nvPr>
        </p:nvSpPr>
        <p:spPr>
          <a:xfrm>
            <a:off x="666750" y="2598775"/>
            <a:ext cx="6285300" cy="1680900"/>
          </a:xfrm>
          <a:prstGeom prst="rect">
            <a:avLst/>
          </a:prstGeom>
        </p:spPr>
        <p:txBody>
          <a:bodyPr spcFirstLastPara="1" wrap="square" lIns="0" tIns="60925" rIns="121900" bIns="609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for a SIS: </a:t>
            </a: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/>
              <a:t>for a SITS:</a:t>
            </a:r>
            <a:endParaRPr/>
          </a:p>
        </p:txBody>
      </p:sp>
      <p:sp>
        <p:nvSpPr>
          <p:cNvPr id="723" name="Google Shape;723;p50"/>
          <p:cNvSpPr txBox="1">
            <a:spLocks noGrp="1"/>
          </p:cNvSpPr>
          <p:nvPr>
            <p:ph type="body" idx="2"/>
          </p:nvPr>
        </p:nvSpPr>
        <p:spPr>
          <a:xfrm>
            <a:off x="666750" y="1220746"/>
            <a:ext cx="10850100" cy="846600"/>
          </a:xfrm>
          <a:prstGeom prst="rect">
            <a:avLst/>
          </a:prstGeom>
        </p:spPr>
        <p:txBody>
          <a:bodyPr spcFirstLastPara="1" wrap="square" lIns="0" tIns="60925" rIns="121900" bIns="60925" anchor="t" anchorCtr="0">
            <a:noAutofit/>
          </a:bodyPr>
          <a:lstStyle/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r>
              <a:rPr lang="en-US" b="0"/>
              <a:t>expected </a:t>
            </a:r>
            <a:r>
              <a:rPr lang="en-US"/>
              <a:t>number of secondary cases</a:t>
            </a:r>
            <a:r>
              <a:rPr lang="en-US" b="0"/>
              <a:t> produced by a single (typical) infection </a:t>
            </a:r>
            <a:r>
              <a:rPr lang="en-US"/>
              <a:t>in a completely susceptible population</a:t>
            </a:r>
            <a:endParaRPr/>
          </a:p>
        </p:txBody>
      </p:sp>
      <p:sp>
        <p:nvSpPr>
          <p:cNvPr id="724" name="Google Shape;724;p50"/>
          <p:cNvSpPr txBox="1"/>
          <p:nvPr/>
        </p:nvSpPr>
        <p:spPr>
          <a:xfrm>
            <a:off x="8016675" y="2176725"/>
            <a:ext cx="38829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R0 is a </a:t>
            </a:r>
            <a:r>
              <a:rPr lang="en-US" sz="2000" b="1">
                <a:solidFill>
                  <a:schemeClr val="dk1"/>
                </a:solidFill>
              </a:rPr>
              <a:t>dimensionless </a:t>
            </a:r>
            <a:r>
              <a:rPr lang="en-US" sz="2000">
                <a:solidFill>
                  <a:schemeClr val="dk1"/>
                </a:solidFill>
              </a:rPr>
              <a:t>number and </a:t>
            </a:r>
            <a:r>
              <a:rPr lang="en-US" sz="2000" b="1">
                <a:solidFill>
                  <a:schemeClr val="dk1"/>
                </a:solidFill>
              </a:rPr>
              <a:t>not a rate</a:t>
            </a:r>
            <a:endParaRPr sz="2000" b="1"/>
          </a:p>
        </p:txBody>
      </p:sp>
      <p:pic>
        <p:nvPicPr>
          <p:cNvPr id="725" name="Google Shape;725;p50" descr="R_0 = \frac{\beta}{\gamma + \tau}&#10;%12f31672-4d6a-4c09-bd2f-5bb6ddca3fe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9500" y="3429000"/>
            <a:ext cx="1676400" cy="581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26" name="Google Shape;726;p50" descr="R_0 = \frac{\beta}{\gamma }&#10;%17bb57f2-905e-4352-942c-d6d6f7a89a3b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69500" y="2598775"/>
            <a:ext cx="1323975" cy="581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51"/>
          <p:cNvSpPr txBox="1">
            <a:spLocks noGrp="1"/>
          </p:cNvSpPr>
          <p:nvPr>
            <p:ph type="title"/>
          </p:nvPr>
        </p:nvSpPr>
        <p:spPr>
          <a:xfrm>
            <a:off x="666751" y="366185"/>
            <a:ext cx="10850100" cy="745200"/>
          </a:xfrm>
          <a:prstGeom prst="rect">
            <a:avLst/>
          </a:prstGeom>
        </p:spPr>
        <p:txBody>
          <a:bodyPr spcFirstLastPara="1" wrap="square" lIns="0" tIns="60925" rIns="121900" bIns="60925" anchor="ctr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 b="1" i="1">
                <a:solidFill>
                  <a:schemeClr val="dk1"/>
                </a:solidFill>
              </a:rPr>
              <a:t>R</a:t>
            </a:r>
            <a:r>
              <a:rPr lang="en-US" sz="3000" b="1" i="1" baseline="-25000">
                <a:solidFill>
                  <a:schemeClr val="dk1"/>
                </a:solidFill>
              </a:rPr>
              <a:t>0</a:t>
            </a:r>
            <a:r>
              <a:rPr lang="en-US" sz="3000"/>
              <a:t> estimates</a:t>
            </a:r>
            <a:endParaRPr sz="3000"/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3000"/>
          </a:p>
        </p:txBody>
      </p:sp>
      <p:pic>
        <p:nvPicPr>
          <p:cNvPr id="733" name="Google Shape;733;p5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99655" y="-2"/>
            <a:ext cx="4915049" cy="6485050"/>
          </a:xfrm>
          <a:prstGeom prst="rect">
            <a:avLst/>
          </a:prstGeom>
          <a:noFill/>
          <a:ln>
            <a:noFill/>
          </a:ln>
        </p:spPr>
      </p:pic>
      <p:sp>
        <p:nvSpPr>
          <p:cNvPr id="734" name="Google Shape;734;p51"/>
          <p:cNvSpPr txBox="1"/>
          <p:nvPr/>
        </p:nvSpPr>
        <p:spPr>
          <a:xfrm>
            <a:off x="292275" y="1906950"/>
            <a:ext cx="6816300" cy="35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Smith et al. (PLoS Biol. 2007) estimate it between </a:t>
            </a:r>
            <a:r>
              <a:rPr lang="en-US" sz="1800" b="1">
                <a:latin typeface="Arial"/>
                <a:ea typeface="Arial"/>
                <a:cs typeface="Arial"/>
                <a:sym typeface="Arial"/>
              </a:rPr>
              <a:t>1 and 3000 !!</a:t>
            </a:r>
            <a:endParaRPr sz="1800" b="1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5" name="Google Shape;735;p51"/>
          <p:cNvSpPr txBox="1"/>
          <p:nvPr/>
        </p:nvSpPr>
        <p:spPr>
          <a:xfrm>
            <a:off x="405773" y="2486769"/>
            <a:ext cx="6389700" cy="163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latin typeface="Arial"/>
                <a:ea typeface="Arial"/>
                <a:cs typeface="Arial"/>
                <a:sym typeface="Arial"/>
              </a:rPr>
              <a:t>But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: Malaria has a long generation time (people can be infectious during more than 100 days)</a:t>
            </a:r>
            <a:endParaRPr sz="1800"/>
          </a:p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	🡪 less rapid spread compared to </a:t>
            </a:r>
            <a:r>
              <a:rPr lang="en-US" sz="1800"/>
              <a:t>airborne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 viruses</a:t>
            </a:r>
            <a:endParaRPr sz="1800"/>
          </a:p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	🡪 a lot of infections happen on already infected people</a:t>
            </a:r>
            <a:endParaRPr sz="1800"/>
          </a:p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i="1">
                <a:latin typeface="Arial"/>
                <a:ea typeface="Arial"/>
                <a:cs typeface="Arial"/>
                <a:sym typeface="Arial"/>
              </a:rPr>
              <a:t>(so it’s not directly comparable)</a:t>
            </a:r>
            <a:endParaRPr sz="1800" i="1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6" name="Google Shape;736;p51"/>
          <p:cNvSpPr txBox="1"/>
          <p:nvPr/>
        </p:nvSpPr>
        <p:spPr>
          <a:xfrm>
            <a:off x="508800" y="1292113"/>
            <a:ext cx="5587200" cy="43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1"/>
                </a:solidFill>
              </a:rPr>
              <a:t>What is the </a:t>
            </a:r>
            <a:r>
              <a:rPr lang="en-US" sz="1800" b="1" i="1">
                <a:solidFill>
                  <a:schemeClr val="dk1"/>
                </a:solidFill>
              </a:rPr>
              <a:t>R</a:t>
            </a:r>
            <a:r>
              <a:rPr lang="en-US" sz="1800" b="1" i="1" baseline="-25000">
                <a:solidFill>
                  <a:schemeClr val="dk1"/>
                </a:solidFill>
              </a:rPr>
              <a:t>0</a:t>
            </a:r>
            <a:r>
              <a:rPr lang="en-US" sz="1800">
                <a:solidFill>
                  <a:schemeClr val="accent1"/>
                </a:solidFill>
              </a:rPr>
              <a:t> of Malaria?</a:t>
            </a:r>
            <a:endParaRPr sz="1800">
              <a:solidFill>
                <a:schemeClr val="accent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52"/>
          <p:cNvSpPr/>
          <p:nvPr/>
        </p:nvSpPr>
        <p:spPr>
          <a:xfrm>
            <a:off x="2440000" y="1763144"/>
            <a:ext cx="3188100" cy="1354500"/>
          </a:xfrm>
          <a:prstGeom prst="roundRect">
            <a:avLst>
              <a:gd name="adj" fmla="val 16667"/>
            </a:avLst>
          </a:prstGeom>
          <a:noFill/>
          <a:ln w="152400" cap="flat" cmpd="sng">
            <a:solidFill>
              <a:srgbClr val="95C0D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2" name="Google Shape;742;p52"/>
          <p:cNvSpPr/>
          <p:nvPr/>
        </p:nvSpPr>
        <p:spPr>
          <a:xfrm>
            <a:off x="6823950" y="1763150"/>
            <a:ext cx="3188100" cy="1401300"/>
          </a:xfrm>
          <a:prstGeom prst="roundRect">
            <a:avLst>
              <a:gd name="adj" fmla="val 16667"/>
            </a:avLst>
          </a:prstGeom>
          <a:noFill/>
          <a:ln w="152400" cap="flat" cmpd="sng">
            <a:solidFill>
              <a:srgbClr val="E97F7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3" name="Google Shape;743;p52"/>
          <p:cNvSpPr txBox="1"/>
          <p:nvPr/>
        </p:nvSpPr>
        <p:spPr>
          <a:xfrm>
            <a:off x="2593886" y="1809880"/>
            <a:ext cx="2847900" cy="13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00">
                <a:solidFill>
                  <a:schemeClr val="accent1"/>
                </a:solidFill>
              </a:rPr>
              <a:t>susceptible humans</a:t>
            </a:r>
            <a:endParaRPr sz="3800">
              <a:solidFill>
                <a:schemeClr val="accent1"/>
              </a:solidFill>
            </a:endParaRPr>
          </a:p>
        </p:txBody>
      </p:sp>
      <p:sp>
        <p:nvSpPr>
          <p:cNvPr id="744" name="Google Shape;744;p52"/>
          <p:cNvSpPr txBox="1"/>
          <p:nvPr/>
        </p:nvSpPr>
        <p:spPr>
          <a:xfrm>
            <a:off x="6921586" y="1800889"/>
            <a:ext cx="2847900" cy="13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00">
                <a:solidFill>
                  <a:schemeClr val="accent1"/>
                </a:solidFill>
              </a:rPr>
              <a:t>infectious</a:t>
            </a:r>
            <a:endParaRPr sz="3800">
              <a:solidFill>
                <a:schemeClr val="accent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00">
                <a:solidFill>
                  <a:schemeClr val="accent1"/>
                </a:solidFill>
              </a:rPr>
              <a:t>humans</a:t>
            </a:r>
            <a:endParaRPr sz="3800">
              <a:solidFill>
                <a:schemeClr val="accent1"/>
              </a:solidFill>
            </a:endParaRPr>
          </a:p>
        </p:txBody>
      </p:sp>
      <p:sp>
        <p:nvSpPr>
          <p:cNvPr id="745" name="Google Shape;745;p52"/>
          <p:cNvSpPr/>
          <p:nvPr/>
        </p:nvSpPr>
        <p:spPr>
          <a:xfrm rot="10800000" flipH="1">
            <a:off x="5820385" y="2735420"/>
            <a:ext cx="811200" cy="2532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99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6" name="Google Shape;746;p52"/>
          <p:cNvSpPr/>
          <p:nvPr/>
        </p:nvSpPr>
        <p:spPr>
          <a:xfrm flipH="1">
            <a:off x="5820421" y="1870722"/>
            <a:ext cx="811200" cy="2532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FB04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7" name="Google Shape;747;p52"/>
          <p:cNvSpPr txBox="1"/>
          <p:nvPr/>
        </p:nvSpPr>
        <p:spPr>
          <a:xfrm>
            <a:off x="5735887" y="1409020"/>
            <a:ext cx="1077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4FB043"/>
                </a:solidFill>
              </a:rPr>
              <a:t>recovery</a:t>
            </a:r>
            <a:endParaRPr sz="1800">
              <a:solidFill>
                <a:srgbClr val="4FB043"/>
              </a:solidFill>
            </a:endParaRPr>
          </a:p>
        </p:txBody>
      </p:sp>
      <p:sp>
        <p:nvSpPr>
          <p:cNvPr id="748" name="Google Shape;748;p52"/>
          <p:cNvSpPr txBox="1"/>
          <p:nvPr/>
        </p:nvSpPr>
        <p:spPr>
          <a:xfrm>
            <a:off x="10938500" y="2070950"/>
            <a:ext cx="12954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i="1">
                <a:solidFill>
                  <a:schemeClr val="accent1"/>
                </a:solidFill>
              </a:rPr>
              <a:t>SIS</a:t>
            </a:r>
            <a:endParaRPr sz="3600" i="1">
              <a:solidFill>
                <a:schemeClr val="accent1"/>
              </a:solidFill>
            </a:endParaRPr>
          </a:p>
        </p:txBody>
      </p:sp>
      <p:sp>
        <p:nvSpPr>
          <p:cNvPr id="749" name="Google Shape;749;p52"/>
          <p:cNvSpPr/>
          <p:nvPr/>
        </p:nvSpPr>
        <p:spPr>
          <a:xfrm rot="10798723">
            <a:off x="6221250" y="3117949"/>
            <a:ext cx="1615200" cy="286200"/>
          </a:xfrm>
          <a:prstGeom prst="uturnArrow">
            <a:avLst>
              <a:gd name="adj1" fmla="val 25000"/>
              <a:gd name="adj2" fmla="val 25000"/>
              <a:gd name="adj3" fmla="val 25000"/>
              <a:gd name="adj4" fmla="val 43750"/>
              <a:gd name="adj5" fmla="val 75000"/>
            </a:avLst>
          </a:prstGeom>
          <a:solidFill>
            <a:srgbClr val="FF9900"/>
          </a:solidFill>
          <a:ln w="9525" cap="flat" cmpd="sng">
            <a:solidFill>
              <a:srgbClr val="BABCB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0" name="Google Shape;750;p52"/>
          <p:cNvSpPr txBox="1"/>
          <p:nvPr/>
        </p:nvSpPr>
        <p:spPr>
          <a:xfrm>
            <a:off x="5628101" y="3533475"/>
            <a:ext cx="1773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F9900"/>
                </a:solidFill>
              </a:rPr>
              <a:t>transmission</a:t>
            </a:r>
            <a:endParaRPr sz="1800" b="1">
              <a:solidFill>
                <a:srgbClr val="FF990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53"/>
          <p:cNvSpPr txBox="1">
            <a:spLocks noGrp="1"/>
          </p:cNvSpPr>
          <p:nvPr>
            <p:ph type="body" idx="2"/>
          </p:nvPr>
        </p:nvSpPr>
        <p:spPr>
          <a:xfrm>
            <a:off x="666751" y="1221319"/>
            <a:ext cx="10850100" cy="4940400"/>
          </a:xfrm>
          <a:prstGeom prst="rect">
            <a:avLst/>
          </a:prstGeom>
        </p:spPr>
        <p:txBody>
          <a:bodyPr spcFirstLastPara="1" wrap="square" lIns="0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None/>
            </a:pPr>
            <a:r>
              <a:rPr lang="en-US" sz="2200" b="1">
                <a:solidFill>
                  <a:schemeClr val="accent1"/>
                </a:solidFill>
              </a:rPr>
              <a:t>Hypothesis A:</a:t>
            </a:r>
            <a:r>
              <a:rPr lang="en-US" sz="2200">
                <a:solidFill>
                  <a:schemeClr val="accent1"/>
                </a:solidFill>
              </a:rPr>
              <a:t> Individuals become immediately also infectious upon infection</a:t>
            </a:r>
            <a:endParaRPr sz="2200">
              <a:solidFill>
                <a:schemeClr val="accent1"/>
              </a:solidFill>
            </a:endParaRP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None/>
            </a:pPr>
            <a:r>
              <a:rPr lang="en-US" sz="2200" b="1">
                <a:solidFill>
                  <a:schemeClr val="accent1"/>
                </a:solidFill>
              </a:rPr>
              <a:t>Hypothesis B</a:t>
            </a:r>
            <a:r>
              <a:rPr lang="en-US" sz="2200">
                <a:solidFill>
                  <a:schemeClr val="accent1"/>
                </a:solidFill>
              </a:rPr>
              <a:t>: There are no births or deaths in the population, there is no migration.</a:t>
            </a:r>
            <a:endParaRPr sz="2200">
              <a:solidFill>
                <a:schemeClr val="accent1"/>
              </a:solidFill>
            </a:endParaRP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None/>
            </a:pPr>
            <a:r>
              <a:rPr lang="en-US" sz="2200" b="1">
                <a:solidFill>
                  <a:schemeClr val="accent1"/>
                </a:solidFill>
              </a:rPr>
              <a:t>Hypothesis </a:t>
            </a:r>
            <a:r>
              <a:rPr lang="en-US" sz="2200" b="1"/>
              <a:t>C</a:t>
            </a:r>
            <a:r>
              <a:rPr lang="en-US" sz="2200" b="1">
                <a:solidFill>
                  <a:schemeClr val="accent1"/>
                </a:solidFill>
              </a:rPr>
              <a:t>: </a:t>
            </a:r>
            <a:r>
              <a:rPr lang="en-US" sz="2200">
                <a:solidFill>
                  <a:schemeClr val="accent1"/>
                </a:solidFill>
              </a:rPr>
              <a:t>Once an individual recovers, it will become immediately susceptible again</a:t>
            </a:r>
            <a:endParaRPr sz="2200">
              <a:solidFill>
                <a:schemeClr val="accent1"/>
              </a:solidFill>
            </a:endParaRP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None/>
            </a:pPr>
            <a:r>
              <a:rPr lang="en-US" sz="2200" b="1">
                <a:solidFill>
                  <a:schemeClr val="accent1"/>
                </a:solidFill>
              </a:rPr>
              <a:t>Hypothesis </a:t>
            </a:r>
            <a:r>
              <a:rPr lang="en-US" sz="2200" b="1"/>
              <a:t>D</a:t>
            </a:r>
            <a:r>
              <a:rPr lang="en-US" sz="2200" b="1">
                <a:solidFill>
                  <a:schemeClr val="accent1"/>
                </a:solidFill>
              </a:rPr>
              <a:t>: </a:t>
            </a:r>
            <a:r>
              <a:rPr lang="en-US" sz="2200">
                <a:solidFill>
                  <a:schemeClr val="accent1"/>
                </a:solidFill>
              </a:rPr>
              <a:t>All susceptible hosts are equally likely to meet an infected host.</a:t>
            </a:r>
            <a:endParaRPr sz="2200">
              <a:solidFill>
                <a:schemeClr val="accent1"/>
              </a:solidFill>
            </a:endParaRP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2200" b="1"/>
              <a:t>Hypothesis E: ….</a:t>
            </a:r>
            <a:endParaRPr sz="2200" b="1"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 sz="2200">
              <a:solidFill>
                <a:schemeClr val="accent1"/>
              </a:solidFill>
            </a:endParaRP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 sz="2200">
              <a:solidFill>
                <a:schemeClr val="accent1"/>
              </a:solidFill>
            </a:endParaRP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None/>
            </a:pPr>
            <a:endParaRPr sz="2200">
              <a:solidFill>
                <a:schemeClr val="accent1"/>
              </a:solidFill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7" name="Google Shape;757;p53"/>
          <p:cNvSpPr txBox="1">
            <a:spLocks noGrp="1"/>
          </p:cNvSpPr>
          <p:nvPr>
            <p:ph type="sldNum" idx="12"/>
          </p:nvPr>
        </p:nvSpPr>
        <p:spPr>
          <a:xfrm>
            <a:off x="10896533" y="6308723"/>
            <a:ext cx="620400" cy="366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sp>
        <p:nvSpPr>
          <p:cNvPr id="758" name="Google Shape;758;p53"/>
          <p:cNvSpPr txBox="1">
            <a:spLocks noGrp="1"/>
          </p:cNvSpPr>
          <p:nvPr>
            <p:ph type="title"/>
          </p:nvPr>
        </p:nvSpPr>
        <p:spPr>
          <a:xfrm>
            <a:off x="666751" y="366186"/>
            <a:ext cx="10850100" cy="745200"/>
          </a:xfrm>
          <a:prstGeom prst="rect">
            <a:avLst/>
          </a:prstGeom>
        </p:spPr>
        <p:txBody>
          <a:bodyPr spcFirstLastPara="1" wrap="square" lIns="0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Assumptions</a:t>
            </a:r>
            <a:endParaRPr/>
          </a:p>
        </p:txBody>
      </p:sp>
      <p:sp>
        <p:nvSpPr>
          <p:cNvPr id="759" name="Google Shape;759;p53"/>
          <p:cNvSpPr/>
          <p:nvPr/>
        </p:nvSpPr>
        <p:spPr>
          <a:xfrm>
            <a:off x="2533925" y="4727644"/>
            <a:ext cx="3188100" cy="1354500"/>
          </a:xfrm>
          <a:prstGeom prst="roundRect">
            <a:avLst>
              <a:gd name="adj" fmla="val 16667"/>
            </a:avLst>
          </a:prstGeom>
          <a:noFill/>
          <a:ln w="152400" cap="flat" cmpd="sng">
            <a:solidFill>
              <a:srgbClr val="95C0D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0" name="Google Shape;760;p53"/>
          <p:cNvSpPr/>
          <p:nvPr/>
        </p:nvSpPr>
        <p:spPr>
          <a:xfrm>
            <a:off x="6917875" y="4727650"/>
            <a:ext cx="3188100" cy="1401300"/>
          </a:xfrm>
          <a:prstGeom prst="roundRect">
            <a:avLst>
              <a:gd name="adj" fmla="val 16667"/>
            </a:avLst>
          </a:prstGeom>
          <a:noFill/>
          <a:ln w="152400" cap="flat" cmpd="sng">
            <a:solidFill>
              <a:srgbClr val="E97F7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1" name="Google Shape;761;p53"/>
          <p:cNvSpPr txBox="1"/>
          <p:nvPr/>
        </p:nvSpPr>
        <p:spPr>
          <a:xfrm>
            <a:off x="2687811" y="4774380"/>
            <a:ext cx="2847900" cy="13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00">
                <a:solidFill>
                  <a:schemeClr val="accent1"/>
                </a:solidFill>
              </a:rPr>
              <a:t>susceptible humans</a:t>
            </a:r>
            <a:endParaRPr sz="3800">
              <a:solidFill>
                <a:schemeClr val="accent1"/>
              </a:solidFill>
            </a:endParaRPr>
          </a:p>
        </p:txBody>
      </p:sp>
      <p:sp>
        <p:nvSpPr>
          <p:cNvPr id="762" name="Google Shape;762;p53"/>
          <p:cNvSpPr txBox="1"/>
          <p:nvPr/>
        </p:nvSpPr>
        <p:spPr>
          <a:xfrm>
            <a:off x="7015511" y="4765389"/>
            <a:ext cx="2847900" cy="13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00">
                <a:solidFill>
                  <a:schemeClr val="accent1"/>
                </a:solidFill>
              </a:rPr>
              <a:t>infectious</a:t>
            </a:r>
            <a:endParaRPr sz="3800">
              <a:solidFill>
                <a:schemeClr val="accent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00">
                <a:solidFill>
                  <a:schemeClr val="accent1"/>
                </a:solidFill>
              </a:rPr>
              <a:t>humans</a:t>
            </a:r>
            <a:endParaRPr sz="3800">
              <a:solidFill>
                <a:schemeClr val="accent1"/>
              </a:solidFill>
            </a:endParaRPr>
          </a:p>
        </p:txBody>
      </p:sp>
      <p:sp>
        <p:nvSpPr>
          <p:cNvPr id="763" name="Google Shape;763;p53"/>
          <p:cNvSpPr/>
          <p:nvPr/>
        </p:nvSpPr>
        <p:spPr>
          <a:xfrm rot="10800000" flipH="1">
            <a:off x="5914310" y="5699920"/>
            <a:ext cx="811200" cy="2532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99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4" name="Google Shape;764;p53"/>
          <p:cNvSpPr/>
          <p:nvPr/>
        </p:nvSpPr>
        <p:spPr>
          <a:xfrm flipH="1">
            <a:off x="5914346" y="4835222"/>
            <a:ext cx="811200" cy="2532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FB04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5" name="Google Shape;765;p53"/>
          <p:cNvSpPr txBox="1"/>
          <p:nvPr/>
        </p:nvSpPr>
        <p:spPr>
          <a:xfrm>
            <a:off x="5829798" y="4373525"/>
            <a:ext cx="1185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4FB043"/>
                </a:solidFill>
              </a:rPr>
              <a:t>recovery</a:t>
            </a:r>
            <a:endParaRPr sz="1800" b="1">
              <a:solidFill>
                <a:srgbClr val="4FB043"/>
              </a:solidFill>
            </a:endParaRPr>
          </a:p>
        </p:txBody>
      </p:sp>
      <p:sp>
        <p:nvSpPr>
          <p:cNvPr id="766" name="Google Shape;766;p53"/>
          <p:cNvSpPr/>
          <p:nvPr/>
        </p:nvSpPr>
        <p:spPr>
          <a:xfrm rot="10798723">
            <a:off x="6315175" y="6082449"/>
            <a:ext cx="1615200" cy="286200"/>
          </a:xfrm>
          <a:prstGeom prst="uturnArrow">
            <a:avLst>
              <a:gd name="adj1" fmla="val 25000"/>
              <a:gd name="adj2" fmla="val 25000"/>
              <a:gd name="adj3" fmla="val 25000"/>
              <a:gd name="adj4" fmla="val 43750"/>
              <a:gd name="adj5" fmla="val 75000"/>
            </a:avLst>
          </a:prstGeom>
          <a:solidFill>
            <a:srgbClr val="FF9900"/>
          </a:solidFill>
          <a:ln w="9525" cap="flat" cmpd="sng">
            <a:solidFill>
              <a:srgbClr val="BABCB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7" name="Google Shape;767;p53"/>
          <p:cNvSpPr txBox="1"/>
          <p:nvPr/>
        </p:nvSpPr>
        <p:spPr>
          <a:xfrm>
            <a:off x="5335026" y="6271675"/>
            <a:ext cx="1773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F9900"/>
                </a:solidFill>
              </a:rPr>
              <a:t>transmission</a:t>
            </a:r>
            <a:endParaRPr sz="1800" b="1">
              <a:solidFill>
                <a:srgbClr val="FF99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p54"/>
          <p:cNvSpPr/>
          <p:nvPr/>
        </p:nvSpPr>
        <p:spPr>
          <a:xfrm>
            <a:off x="2440000" y="4150419"/>
            <a:ext cx="3188100" cy="1354500"/>
          </a:xfrm>
          <a:prstGeom prst="roundRect">
            <a:avLst>
              <a:gd name="adj" fmla="val 16667"/>
            </a:avLst>
          </a:prstGeom>
          <a:noFill/>
          <a:ln w="152400" cap="flat" cmpd="sng">
            <a:solidFill>
              <a:srgbClr val="0078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3" name="Google Shape;773;p54"/>
          <p:cNvSpPr txBox="1"/>
          <p:nvPr/>
        </p:nvSpPr>
        <p:spPr>
          <a:xfrm>
            <a:off x="2593886" y="4197155"/>
            <a:ext cx="2847900" cy="13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00">
                <a:solidFill>
                  <a:schemeClr val="accent1"/>
                </a:solidFill>
              </a:rPr>
              <a:t>susceptible mosquitoes</a:t>
            </a:r>
            <a:endParaRPr sz="3800">
              <a:solidFill>
                <a:schemeClr val="accent1"/>
              </a:solidFill>
            </a:endParaRPr>
          </a:p>
        </p:txBody>
      </p:sp>
      <p:sp>
        <p:nvSpPr>
          <p:cNvPr id="774" name="Google Shape;774;p54"/>
          <p:cNvSpPr/>
          <p:nvPr/>
        </p:nvSpPr>
        <p:spPr>
          <a:xfrm>
            <a:off x="6823950" y="4203257"/>
            <a:ext cx="3188100" cy="1354500"/>
          </a:xfrm>
          <a:prstGeom prst="roundRect">
            <a:avLst>
              <a:gd name="adj" fmla="val 16667"/>
            </a:avLst>
          </a:prstGeom>
          <a:noFill/>
          <a:ln w="152400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5" name="Google Shape;775;p54"/>
          <p:cNvSpPr txBox="1"/>
          <p:nvPr/>
        </p:nvSpPr>
        <p:spPr>
          <a:xfrm>
            <a:off x="6977836" y="4173793"/>
            <a:ext cx="2847900" cy="13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00">
                <a:solidFill>
                  <a:schemeClr val="accent1"/>
                </a:solidFill>
              </a:rPr>
              <a:t>infectious mosquitoes</a:t>
            </a:r>
            <a:endParaRPr sz="3800">
              <a:solidFill>
                <a:schemeClr val="accent1"/>
              </a:solidFill>
            </a:endParaRPr>
          </a:p>
        </p:txBody>
      </p:sp>
      <p:sp>
        <p:nvSpPr>
          <p:cNvPr id="776" name="Google Shape;776;p54"/>
          <p:cNvSpPr/>
          <p:nvPr/>
        </p:nvSpPr>
        <p:spPr>
          <a:xfrm rot="10800000" flipH="1">
            <a:off x="5820385" y="4335620"/>
            <a:ext cx="811200" cy="2532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B45F0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7" name="Google Shape;777;p54"/>
          <p:cNvSpPr/>
          <p:nvPr/>
        </p:nvSpPr>
        <p:spPr>
          <a:xfrm flipH="1">
            <a:off x="1324621" y="4701072"/>
            <a:ext cx="811200" cy="2532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8" name="Google Shape;778;p54"/>
          <p:cNvSpPr txBox="1"/>
          <p:nvPr/>
        </p:nvSpPr>
        <p:spPr>
          <a:xfrm>
            <a:off x="1398428" y="4231375"/>
            <a:ext cx="811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death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779" name="Google Shape;779;p54"/>
          <p:cNvSpPr/>
          <p:nvPr/>
        </p:nvSpPr>
        <p:spPr>
          <a:xfrm flipH="1">
            <a:off x="5820421" y="5324622"/>
            <a:ext cx="811200" cy="2532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0" name="Google Shape;780;p54"/>
          <p:cNvSpPr txBox="1"/>
          <p:nvPr/>
        </p:nvSpPr>
        <p:spPr>
          <a:xfrm>
            <a:off x="5869228" y="5629175"/>
            <a:ext cx="811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birth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781" name="Google Shape;781;p54"/>
          <p:cNvSpPr/>
          <p:nvPr/>
        </p:nvSpPr>
        <p:spPr>
          <a:xfrm>
            <a:off x="3890000" y="5722625"/>
            <a:ext cx="723900" cy="368400"/>
          </a:xfrm>
          <a:prstGeom prst="curvedUpArrow">
            <a:avLst>
              <a:gd name="adj1" fmla="val 25000"/>
              <a:gd name="adj2" fmla="val 50000"/>
              <a:gd name="adj3" fmla="val 25000"/>
            </a:avLst>
          </a:prstGeom>
          <a:solidFill>
            <a:schemeClr val="accent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2" name="Google Shape;782;p54"/>
          <p:cNvSpPr txBox="1"/>
          <p:nvPr/>
        </p:nvSpPr>
        <p:spPr>
          <a:xfrm>
            <a:off x="4421428" y="5876825"/>
            <a:ext cx="811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birth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783" name="Google Shape;783;p54"/>
          <p:cNvSpPr txBox="1"/>
          <p:nvPr/>
        </p:nvSpPr>
        <p:spPr>
          <a:xfrm>
            <a:off x="10938500" y="4509350"/>
            <a:ext cx="12954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i="1">
                <a:solidFill>
                  <a:schemeClr val="accent1"/>
                </a:solidFill>
              </a:rPr>
              <a:t>SI</a:t>
            </a:r>
            <a:endParaRPr sz="3600" i="1">
              <a:solidFill>
                <a:schemeClr val="accent1"/>
              </a:solidFill>
            </a:endParaRPr>
          </a:p>
        </p:txBody>
      </p:sp>
      <p:sp>
        <p:nvSpPr>
          <p:cNvPr id="784" name="Google Shape;784;p54"/>
          <p:cNvSpPr txBox="1"/>
          <p:nvPr/>
        </p:nvSpPr>
        <p:spPr>
          <a:xfrm>
            <a:off x="7780178" y="5926825"/>
            <a:ext cx="811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death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785" name="Google Shape;785;p54"/>
          <p:cNvSpPr/>
          <p:nvPr/>
        </p:nvSpPr>
        <p:spPr>
          <a:xfrm rot="-5400000" flipH="1">
            <a:off x="8411221" y="5981072"/>
            <a:ext cx="811200" cy="2532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p55"/>
          <p:cNvSpPr txBox="1"/>
          <p:nvPr/>
        </p:nvSpPr>
        <p:spPr>
          <a:xfrm>
            <a:off x="9345525" y="63952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1" name="Google Shape;791;p55"/>
          <p:cNvSpPr txBox="1">
            <a:spLocks noGrp="1"/>
          </p:cNvSpPr>
          <p:nvPr>
            <p:ph type="title"/>
          </p:nvPr>
        </p:nvSpPr>
        <p:spPr>
          <a:xfrm>
            <a:off x="666751" y="366185"/>
            <a:ext cx="10850100" cy="745200"/>
          </a:xfrm>
          <a:prstGeom prst="rect">
            <a:avLst/>
          </a:prstGeom>
        </p:spPr>
        <p:txBody>
          <a:bodyPr spcFirstLastPara="1" wrap="square" lIns="0" tIns="60925" rIns="121900" bIns="60925" anchor="ctr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solidFill>
                  <a:srgbClr val="0078AC"/>
                </a:solidFill>
                <a:latin typeface="Calibri"/>
                <a:ea typeface="Calibri"/>
                <a:cs typeface="Calibri"/>
                <a:sym typeface="Calibri"/>
              </a:rPr>
              <a:t>Mathematical modeling</a:t>
            </a:r>
            <a:endParaRPr sz="2900">
              <a:solidFill>
                <a:srgbClr val="0078A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92" name="Google Shape;792;p55"/>
          <p:cNvGrpSpPr/>
          <p:nvPr/>
        </p:nvGrpSpPr>
        <p:grpSpPr>
          <a:xfrm>
            <a:off x="2440000" y="1409020"/>
            <a:ext cx="7572050" cy="2856486"/>
            <a:chOff x="763600" y="1561420"/>
            <a:chExt cx="7572050" cy="2856486"/>
          </a:xfrm>
        </p:grpSpPr>
        <p:sp>
          <p:nvSpPr>
            <p:cNvPr id="793" name="Google Shape;793;p55"/>
            <p:cNvSpPr/>
            <p:nvPr/>
          </p:nvSpPr>
          <p:spPr>
            <a:xfrm>
              <a:off x="763600" y="1915544"/>
              <a:ext cx="3188100" cy="1354500"/>
            </a:xfrm>
            <a:prstGeom prst="roundRect">
              <a:avLst>
                <a:gd name="adj" fmla="val 16667"/>
              </a:avLst>
            </a:prstGeom>
            <a:noFill/>
            <a:ln w="152400" cap="flat" cmpd="sng">
              <a:solidFill>
                <a:srgbClr val="95C0D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Google Shape;794;p55"/>
            <p:cNvSpPr/>
            <p:nvPr/>
          </p:nvSpPr>
          <p:spPr>
            <a:xfrm>
              <a:off x="5147550" y="1915550"/>
              <a:ext cx="3188100" cy="1401300"/>
            </a:xfrm>
            <a:prstGeom prst="roundRect">
              <a:avLst>
                <a:gd name="adj" fmla="val 16667"/>
              </a:avLst>
            </a:prstGeom>
            <a:noFill/>
            <a:ln w="152400" cap="flat" cmpd="sng">
              <a:solidFill>
                <a:srgbClr val="E97F7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Google Shape;795;p55"/>
            <p:cNvSpPr txBox="1"/>
            <p:nvPr/>
          </p:nvSpPr>
          <p:spPr>
            <a:xfrm>
              <a:off x="833300" y="1962275"/>
              <a:ext cx="3118200" cy="129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>
                  <a:solidFill>
                    <a:schemeClr val="accent1"/>
                  </a:solidFill>
                </a:rPr>
                <a:t>susceptible humans </a:t>
              </a:r>
              <a:endParaRPr sz="3600">
                <a:solidFill>
                  <a:schemeClr val="accent1"/>
                </a:solidFill>
              </a:endParaRPr>
            </a:p>
          </p:txBody>
        </p:sp>
        <p:sp>
          <p:nvSpPr>
            <p:cNvPr id="796" name="Google Shape;796;p55"/>
            <p:cNvSpPr txBox="1"/>
            <p:nvPr/>
          </p:nvSpPr>
          <p:spPr>
            <a:xfrm>
              <a:off x="5049875" y="1953300"/>
              <a:ext cx="3229500" cy="129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>
                  <a:solidFill>
                    <a:schemeClr val="accent1"/>
                  </a:solidFill>
                </a:rPr>
                <a:t>infectious</a:t>
              </a:r>
              <a:endParaRPr sz="3600">
                <a:solidFill>
                  <a:schemeClr val="accent1"/>
                </a:solidFill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>
                  <a:solidFill>
                    <a:schemeClr val="accent1"/>
                  </a:solidFill>
                </a:rPr>
                <a:t>humans </a:t>
              </a:r>
              <a:endParaRPr sz="3600">
                <a:solidFill>
                  <a:schemeClr val="accent1"/>
                </a:solidFill>
              </a:endParaRPr>
            </a:p>
          </p:txBody>
        </p:sp>
        <p:sp>
          <p:nvSpPr>
            <p:cNvPr id="797" name="Google Shape;797;p55"/>
            <p:cNvSpPr/>
            <p:nvPr/>
          </p:nvSpPr>
          <p:spPr>
            <a:xfrm rot="10800000" flipH="1">
              <a:off x="4143985" y="2887820"/>
              <a:ext cx="811200" cy="25320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FF99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Google Shape;798;p55"/>
            <p:cNvSpPr txBox="1"/>
            <p:nvPr/>
          </p:nvSpPr>
          <p:spPr>
            <a:xfrm>
              <a:off x="5049864" y="3532988"/>
              <a:ext cx="3043200" cy="738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FF9900"/>
                  </a:solidFill>
                </a:rPr>
                <a:t>transmission from mosquitoes to humans</a:t>
              </a:r>
              <a:endParaRPr sz="1800">
                <a:solidFill>
                  <a:srgbClr val="FF9900"/>
                </a:solidFill>
              </a:endParaRPr>
            </a:p>
          </p:txBody>
        </p:sp>
        <p:sp>
          <p:nvSpPr>
            <p:cNvPr id="799" name="Google Shape;799;p55"/>
            <p:cNvSpPr/>
            <p:nvPr/>
          </p:nvSpPr>
          <p:spPr>
            <a:xfrm flipH="1">
              <a:off x="4144021" y="2023122"/>
              <a:ext cx="811200" cy="25320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4FB043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Google Shape;800;p55"/>
            <p:cNvSpPr txBox="1"/>
            <p:nvPr/>
          </p:nvSpPr>
          <p:spPr>
            <a:xfrm>
              <a:off x="4059487" y="1561420"/>
              <a:ext cx="10779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4FB043"/>
                  </a:solidFill>
                </a:rPr>
                <a:t>recovery</a:t>
              </a:r>
              <a:endParaRPr sz="1800">
                <a:solidFill>
                  <a:srgbClr val="4FB043"/>
                </a:solidFill>
              </a:endParaRPr>
            </a:p>
          </p:txBody>
        </p:sp>
        <p:sp>
          <p:nvSpPr>
            <p:cNvPr id="801" name="Google Shape;801;p55"/>
            <p:cNvSpPr/>
            <p:nvPr/>
          </p:nvSpPr>
          <p:spPr>
            <a:xfrm rot="-3194570" flipH="1">
              <a:off x="4116447" y="3775786"/>
              <a:ext cx="1097882" cy="25314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B45F06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802;p55"/>
            <p:cNvSpPr/>
            <p:nvPr/>
          </p:nvSpPr>
          <p:spPr>
            <a:xfrm rot="3062661" flipH="1">
              <a:off x="4116404" y="3623364"/>
              <a:ext cx="1097947" cy="253426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FF99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803;p55"/>
            <p:cNvSpPr txBox="1"/>
            <p:nvPr/>
          </p:nvSpPr>
          <p:spPr>
            <a:xfrm>
              <a:off x="1305624" y="3504875"/>
              <a:ext cx="2646000" cy="738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B45F06"/>
                  </a:solidFill>
                </a:rPr>
                <a:t>transmission from humans to mosquitoes</a:t>
              </a:r>
              <a:endParaRPr sz="1800">
                <a:solidFill>
                  <a:srgbClr val="B45F06"/>
                </a:solidFill>
              </a:endParaRPr>
            </a:p>
          </p:txBody>
        </p:sp>
      </p:grpSp>
      <p:sp>
        <p:nvSpPr>
          <p:cNvPr id="804" name="Google Shape;804;p55"/>
          <p:cNvSpPr/>
          <p:nvPr/>
        </p:nvSpPr>
        <p:spPr>
          <a:xfrm>
            <a:off x="2440000" y="4150419"/>
            <a:ext cx="3188100" cy="1354500"/>
          </a:xfrm>
          <a:prstGeom prst="roundRect">
            <a:avLst>
              <a:gd name="adj" fmla="val 16667"/>
            </a:avLst>
          </a:prstGeom>
          <a:noFill/>
          <a:ln w="152400" cap="flat" cmpd="sng">
            <a:solidFill>
              <a:srgbClr val="0078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5" name="Google Shape;805;p55"/>
          <p:cNvSpPr txBox="1"/>
          <p:nvPr/>
        </p:nvSpPr>
        <p:spPr>
          <a:xfrm>
            <a:off x="2593886" y="4197155"/>
            <a:ext cx="2847900" cy="13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00">
                <a:solidFill>
                  <a:schemeClr val="accent1"/>
                </a:solidFill>
              </a:rPr>
              <a:t>susceptible mosquitoes</a:t>
            </a:r>
            <a:endParaRPr sz="3800">
              <a:solidFill>
                <a:schemeClr val="accent1"/>
              </a:solidFill>
            </a:endParaRPr>
          </a:p>
        </p:txBody>
      </p:sp>
      <p:sp>
        <p:nvSpPr>
          <p:cNvPr id="806" name="Google Shape;806;p55"/>
          <p:cNvSpPr/>
          <p:nvPr/>
        </p:nvSpPr>
        <p:spPr>
          <a:xfrm>
            <a:off x="6823950" y="4203257"/>
            <a:ext cx="3188100" cy="1354500"/>
          </a:xfrm>
          <a:prstGeom prst="roundRect">
            <a:avLst>
              <a:gd name="adj" fmla="val 16667"/>
            </a:avLst>
          </a:prstGeom>
          <a:noFill/>
          <a:ln w="152400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7" name="Google Shape;807;p55"/>
          <p:cNvSpPr txBox="1"/>
          <p:nvPr/>
        </p:nvSpPr>
        <p:spPr>
          <a:xfrm>
            <a:off x="6977836" y="4173793"/>
            <a:ext cx="2847900" cy="13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00">
                <a:solidFill>
                  <a:schemeClr val="accent1"/>
                </a:solidFill>
              </a:rPr>
              <a:t>infectious mosquitoes</a:t>
            </a:r>
            <a:endParaRPr sz="3800">
              <a:solidFill>
                <a:schemeClr val="accent1"/>
              </a:solidFill>
            </a:endParaRPr>
          </a:p>
        </p:txBody>
      </p:sp>
      <p:sp>
        <p:nvSpPr>
          <p:cNvPr id="808" name="Google Shape;808;p55"/>
          <p:cNvSpPr/>
          <p:nvPr/>
        </p:nvSpPr>
        <p:spPr>
          <a:xfrm rot="10800000" flipH="1">
            <a:off x="5820385" y="4335620"/>
            <a:ext cx="811200" cy="2532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B45F0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9" name="Google Shape;809;p55"/>
          <p:cNvSpPr/>
          <p:nvPr/>
        </p:nvSpPr>
        <p:spPr>
          <a:xfrm flipH="1">
            <a:off x="1324621" y="4701072"/>
            <a:ext cx="811200" cy="2532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0" name="Google Shape;810;p55"/>
          <p:cNvSpPr txBox="1"/>
          <p:nvPr/>
        </p:nvSpPr>
        <p:spPr>
          <a:xfrm>
            <a:off x="1398428" y="4231375"/>
            <a:ext cx="811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3"/>
                </a:solidFill>
              </a:rPr>
              <a:t>death</a:t>
            </a:r>
            <a:endParaRPr sz="1800">
              <a:solidFill>
                <a:schemeClr val="accent3"/>
              </a:solidFill>
            </a:endParaRPr>
          </a:p>
        </p:txBody>
      </p:sp>
      <p:sp>
        <p:nvSpPr>
          <p:cNvPr id="811" name="Google Shape;811;p55"/>
          <p:cNvSpPr/>
          <p:nvPr/>
        </p:nvSpPr>
        <p:spPr>
          <a:xfrm flipH="1">
            <a:off x="5820421" y="5324622"/>
            <a:ext cx="811200" cy="2532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2" name="Google Shape;812;p55"/>
          <p:cNvSpPr txBox="1"/>
          <p:nvPr/>
        </p:nvSpPr>
        <p:spPr>
          <a:xfrm>
            <a:off x="5869228" y="5629175"/>
            <a:ext cx="811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3"/>
                </a:solidFill>
              </a:rPr>
              <a:t>birth</a:t>
            </a:r>
            <a:endParaRPr sz="1800">
              <a:solidFill>
                <a:schemeClr val="accent3"/>
              </a:solidFill>
            </a:endParaRPr>
          </a:p>
        </p:txBody>
      </p:sp>
      <p:sp>
        <p:nvSpPr>
          <p:cNvPr id="813" name="Google Shape;813;p55"/>
          <p:cNvSpPr/>
          <p:nvPr/>
        </p:nvSpPr>
        <p:spPr>
          <a:xfrm>
            <a:off x="3890000" y="5722625"/>
            <a:ext cx="723900" cy="368400"/>
          </a:xfrm>
          <a:prstGeom prst="curvedUpArrow">
            <a:avLst>
              <a:gd name="adj1" fmla="val 25000"/>
              <a:gd name="adj2" fmla="val 50000"/>
              <a:gd name="adj3" fmla="val 25000"/>
            </a:avLst>
          </a:prstGeom>
          <a:solidFill>
            <a:schemeClr val="accent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4" name="Google Shape;814;p55"/>
          <p:cNvSpPr txBox="1"/>
          <p:nvPr/>
        </p:nvSpPr>
        <p:spPr>
          <a:xfrm>
            <a:off x="4421428" y="5876825"/>
            <a:ext cx="811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3"/>
                </a:solidFill>
              </a:rPr>
              <a:t>birth</a:t>
            </a:r>
            <a:endParaRPr sz="1800">
              <a:solidFill>
                <a:schemeClr val="accent3"/>
              </a:solidFill>
            </a:endParaRPr>
          </a:p>
        </p:txBody>
      </p:sp>
      <p:sp>
        <p:nvSpPr>
          <p:cNvPr id="815" name="Google Shape;815;p55"/>
          <p:cNvSpPr txBox="1"/>
          <p:nvPr/>
        </p:nvSpPr>
        <p:spPr>
          <a:xfrm>
            <a:off x="10938500" y="4509350"/>
            <a:ext cx="12954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i="1">
                <a:solidFill>
                  <a:schemeClr val="accent1"/>
                </a:solidFill>
              </a:rPr>
              <a:t>SI</a:t>
            </a:r>
            <a:endParaRPr sz="3600" i="1">
              <a:solidFill>
                <a:schemeClr val="accent1"/>
              </a:solidFill>
            </a:endParaRPr>
          </a:p>
        </p:txBody>
      </p:sp>
      <p:sp>
        <p:nvSpPr>
          <p:cNvPr id="816" name="Google Shape;816;p55"/>
          <p:cNvSpPr txBox="1"/>
          <p:nvPr/>
        </p:nvSpPr>
        <p:spPr>
          <a:xfrm>
            <a:off x="7780178" y="5926825"/>
            <a:ext cx="811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3"/>
                </a:solidFill>
              </a:rPr>
              <a:t>death</a:t>
            </a:r>
            <a:endParaRPr sz="1800">
              <a:solidFill>
                <a:schemeClr val="accent3"/>
              </a:solidFill>
            </a:endParaRPr>
          </a:p>
        </p:txBody>
      </p:sp>
      <p:sp>
        <p:nvSpPr>
          <p:cNvPr id="817" name="Google Shape;817;p55"/>
          <p:cNvSpPr/>
          <p:nvPr/>
        </p:nvSpPr>
        <p:spPr>
          <a:xfrm rot="-5400000" flipH="1">
            <a:off x="8411221" y="5981072"/>
            <a:ext cx="811200" cy="2532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8" name="Google Shape;818;p55"/>
          <p:cNvSpPr txBox="1"/>
          <p:nvPr/>
        </p:nvSpPr>
        <p:spPr>
          <a:xfrm>
            <a:off x="10938500" y="2070950"/>
            <a:ext cx="12954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i="1">
                <a:solidFill>
                  <a:schemeClr val="accent1"/>
                </a:solidFill>
              </a:rPr>
              <a:t>SIS</a:t>
            </a:r>
            <a:endParaRPr sz="3600" i="1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3" name="Google Shape;823;p56"/>
          <p:cNvGrpSpPr/>
          <p:nvPr/>
        </p:nvGrpSpPr>
        <p:grpSpPr>
          <a:xfrm>
            <a:off x="1324621" y="1409020"/>
            <a:ext cx="8687429" cy="4929505"/>
            <a:chOff x="-351779" y="1561420"/>
            <a:chExt cx="8687429" cy="4929505"/>
          </a:xfrm>
        </p:grpSpPr>
        <p:sp>
          <p:nvSpPr>
            <p:cNvPr id="824" name="Google Shape;824;p56"/>
            <p:cNvSpPr/>
            <p:nvPr/>
          </p:nvSpPr>
          <p:spPr>
            <a:xfrm>
              <a:off x="763600" y="1915544"/>
              <a:ext cx="3188100" cy="1354500"/>
            </a:xfrm>
            <a:prstGeom prst="roundRect">
              <a:avLst>
                <a:gd name="adj" fmla="val 16667"/>
              </a:avLst>
            </a:prstGeom>
            <a:noFill/>
            <a:ln w="152400" cap="flat" cmpd="sng">
              <a:solidFill>
                <a:srgbClr val="95C0D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56"/>
            <p:cNvSpPr/>
            <p:nvPr/>
          </p:nvSpPr>
          <p:spPr>
            <a:xfrm>
              <a:off x="5147550" y="1915550"/>
              <a:ext cx="3188100" cy="1401300"/>
            </a:xfrm>
            <a:prstGeom prst="roundRect">
              <a:avLst>
                <a:gd name="adj" fmla="val 16667"/>
              </a:avLst>
            </a:prstGeom>
            <a:noFill/>
            <a:ln w="152400" cap="flat" cmpd="sng">
              <a:solidFill>
                <a:srgbClr val="E97F7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826;p56"/>
            <p:cNvSpPr txBox="1"/>
            <p:nvPr/>
          </p:nvSpPr>
          <p:spPr>
            <a:xfrm>
              <a:off x="833300" y="1962275"/>
              <a:ext cx="3118200" cy="129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>
                  <a:solidFill>
                    <a:schemeClr val="accent1"/>
                  </a:solidFill>
                </a:rPr>
                <a:t>susceptible humans </a:t>
              </a:r>
              <a:endParaRPr sz="3600">
                <a:solidFill>
                  <a:schemeClr val="accent1"/>
                </a:solidFill>
              </a:endParaRPr>
            </a:p>
          </p:txBody>
        </p:sp>
        <p:sp>
          <p:nvSpPr>
            <p:cNvPr id="827" name="Google Shape;827;p56"/>
            <p:cNvSpPr txBox="1"/>
            <p:nvPr/>
          </p:nvSpPr>
          <p:spPr>
            <a:xfrm>
              <a:off x="5049875" y="1953300"/>
              <a:ext cx="3229500" cy="129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>
                  <a:solidFill>
                    <a:schemeClr val="accent1"/>
                  </a:solidFill>
                </a:rPr>
                <a:t>infectious</a:t>
              </a:r>
              <a:endParaRPr sz="3600">
                <a:solidFill>
                  <a:schemeClr val="accent1"/>
                </a:solidFill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>
                  <a:solidFill>
                    <a:schemeClr val="accent1"/>
                  </a:solidFill>
                </a:rPr>
                <a:t>humans </a:t>
              </a:r>
              <a:endParaRPr sz="3600">
                <a:solidFill>
                  <a:schemeClr val="accent1"/>
                </a:solidFill>
              </a:endParaRPr>
            </a:p>
          </p:txBody>
        </p:sp>
        <p:sp>
          <p:nvSpPr>
            <p:cNvPr id="828" name="Google Shape;828;p56"/>
            <p:cNvSpPr/>
            <p:nvPr/>
          </p:nvSpPr>
          <p:spPr>
            <a:xfrm rot="10800000" flipH="1">
              <a:off x="4143985" y="2887820"/>
              <a:ext cx="811200" cy="25320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FF99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Google Shape;829;p56"/>
            <p:cNvSpPr txBox="1"/>
            <p:nvPr/>
          </p:nvSpPr>
          <p:spPr>
            <a:xfrm>
              <a:off x="5049864" y="3532988"/>
              <a:ext cx="3043200" cy="738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FF9900"/>
                  </a:solidFill>
                </a:rPr>
                <a:t>transmission from mosquitoes to humans</a:t>
              </a:r>
              <a:endParaRPr sz="1800">
                <a:solidFill>
                  <a:srgbClr val="FF9900"/>
                </a:solidFill>
              </a:endParaRPr>
            </a:p>
          </p:txBody>
        </p:sp>
        <p:sp>
          <p:nvSpPr>
            <p:cNvPr id="830" name="Google Shape;830;p56"/>
            <p:cNvSpPr/>
            <p:nvPr/>
          </p:nvSpPr>
          <p:spPr>
            <a:xfrm flipH="1">
              <a:off x="4144021" y="2023122"/>
              <a:ext cx="811200" cy="25320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4FB043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Google Shape;831;p56"/>
            <p:cNvSpPr txBox="1"/>
            <p:nvPr/>
          </p:nvSpPr>
          <p:spPr>
            <a:xfrm>
              <a:off x="4059487" y="1561420"/>
              <a:ext cx="10779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4FB043"/>
                  </a:solidFill>
                </a:rPr>
                <a:t>recovery</a:t>
              </a:r>
              <a:endParaRPr sz="1800">
                <a:solidFill>
                  <a:srgbClr val="4FB043"/>
                </a:solidFill>
              </a:endParaRPr>
            </a:p>
          </p:txBody>
        </p:sp>
        <p:sp>
          <p:nvSpPr>
            <p:cNvPr id="832" name="Google Shape;832;p56"/>
            <p:cNvSpPr/>
            <p:nvPr/>
          </p:nvSpPr>
          <p:spPr>
            <a:xfrm rot="-3194570" flipH="1">
              <a:off x="4116447" y="3775786"/>
              <a:ext cx="1097882" cy="25314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B45F06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56"/>
            <p:cNvSpPr/>
            <p:nvPr/>
          </p:nvSpPr>
          <p:spPr>
            <a:xfrm rot="3062661" flipH="1">
              <a:off x="4116404" y="3623364"/>
              <a:ext cx="1097947" cy="253426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FF99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834;p56"/>
            <p:cNvSpPr txBox="1"/>
            <p:nvPr/>
          </p:nvSpPr>
          <p:spPr>
            <a:xfrm>
              <a:off x="1305624" y="3504875"/>
              <a:ext cx="2646000" cy="738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B45F06"/>
                  </a:solidFill>
                </a:rPr>
                <a:t>transmission from humans to mosquitoes</a:t>
              </a:r>
              <a:endParaRPr sz="1800">
                <a:solidFill>
                  <a:srgbClr val="B45F06"/>
                </a:solidFill>
              </a:endParaRPr>
            </a:p>
          </p:txBody>
        </p:sp>
        <p:sp>
          <p:nvSpPr>
            <p:cNvPr id="835" name="Google Shape;835;p56"/>
            <p:cNvSpPr/>
            <p:nvPr/>
          </p:nvSpPr>
          <p:spPr>
            <a:xfrm flipH="1">
              <a:off x="-351779" y="4853472"/>
              <a:ext cx="811200" cy="25320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chemeClr val="accent3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56"/>
            <p:cNvSpPr txBox="1"/>
            <p:nvPr/>
          </p:nvSpPr>
          <p:spPr>
            <a:xfrm>
              <a:off x="-277972" y="4383775"/>
              <a:ext cx="8112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accent3"/>
                  </a:solidFill>
                </a:rPr>
                <a:t>death</a:t>
              </a:r>
              <a:endParaRPr sz="1800">
                <a:solidFill>
                  <a:schemeClr val="accent3"/>
                </a:solidFill>
              </a:endParaRPr>
            </a:p>
          </p:txBody>
        </p:sp>
        <p:sp>
          <p:nvSpPr>
            <p:cNvPr id="837" name="Google Shape;837;p56"/>
            <p:cNvSpPr txBox="1"/>
            <p:nvPr/>
          </p:nvSpPr>
          <p:spPr>
            <a:xfrm>
              <a:off x="4192828" y="5781575"/>
              <a:ext cx="8112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accent3"/>
                  </a:solidFill>
                </a:rPr>
                <a:t>birth</a:t>
              </a:r>
              <a:endParaRPr sz="1800">
                <a:solidFill>
                  <a:schemeClr val="accent3"/>
                </a:solidFill>
              </a:endParaRPr>
            </a:p>
          </p:txBody>
        </p:sp>
        <p:sp>
          <p:nvSpPr>
            <p:cNvPr id="838" name="Google Shape;838;p56"/>
            <p:cNvSpPr/>
            <p:nvPr/>
          </p:nvSpPr>
          <p:spPr>
            <a:xfrm>
              <a:off x="2213600" y="5875025"/>
              <a:ext cx="723900" cy="368400"/>
            </a:xfrm>
            <a:prstGeom prst="curvedUpArrow">
              <a:avLst>
                <a:gd name="adj1" fmla="val 25000"/>
                <a:gd name="adj2" fmla="val 50000"/>
                <a:gd name="adj3" fmla="val 25000"/>
              </a:avLst>
            </a:prstGeom>
            <a:solidFill>
              <a:schemeClr val="accent3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839;p56"/>
            <p:cNvSpPr txBox="1"/>
            <p:nvPr/>
          </p:nvSpPr>
          <p:spPr>
            <a:xfrm>
              <a:off x="2745028" y="6029225"/>
              <a:ext cx="8112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accent3"/>
                  </a:solidFill>
                </a:rPr>
                <a:t>birth</a:t>
              </a:r>
              <a:endParaRPr sz="1800">
                <a:solidFill>
                  <a:schemeClr val="accent3"/>
                </a:solidFill>
              </a:endParaRPr>
            </a:p>
          </p:txBody>
        </p:sp>
      </p:grpSp>
      <p:pic>
        <p:nvPicPr>
          <p:cNvPr id="840" name="Google Shape;840;p56" descr="\delta&#10;%8ceadc8a-7b51-457b-8802-0d6e2d2d9b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33600" y="4286250"/>
            <a:ext cx="180975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41" name="Google Shape;841;p56" descr="\mu&#10;%c6131315-a5c8-4d33-85f2-d66d147375b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10150" y="5981700"/>
            <a:ext cx="24765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2" name="Google Shape;842;p56" descr="\mu&#10;%c6131315-a5c8-4d33-85f2-d66d147375b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57950" y="5753100"/>
            <a:ext cx="24765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3" name="Google Shape;843;p56" descr="\gamma&#10;%1838c565-9895-4654-a1a6-2b4895c3883f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05600" y="1447800"/>
            <a:ext cx="21907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4" name="Google Shape;844;p56" descr="\alpha&#10;%547a2822-0e80-4a77-9f9e-dc8a2a6d16c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296400" y="3505200"/>
            <a:ext cx="2667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5" name="Google Shape;845;p56" descr="\beta&#10;%544c6c62-d6ed-4781-a665-5a062d36838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048000" y="3429000"/>
            <a:ext cx="228600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846" name="Google Shape;846;p56"/>
          <p:cNvSpPr txBox="1"/>
          <p:nvPr/>
        </p:nvSpPr>
        <p:spPr>
          <a:xfrm>
            <a:off x="7780178" y="5926825"/>
            <a:ext cx="811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3"/>
                </a:solidFill>
              </a:rPr>
              <a:t>death</a:t>
            </a:r>
            <a:endParaRPr sz="1800">
              <a:solidFill>
                <a:schemeClr val="accent3"/>
              </a:solidFill>
            </a:endParaRPr>
          </a:p>
        </p:txBody>
      </p:sp>
      <p:sp>
        <p:nvSpPr>
          <p:cNvPr id="847" name="Google Shape;847;p56"/>
          <p:cNvSpPr/>
          <p:nvPr/>
        </p:nvSpPr>
        <p:spPr>
          <a:xfrm rot="-5400000" flipH="1">
            <a:off x="8411221" y="5981072"/>
            <a:ext cx="811200" cy="2532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48" name="Google Shape;848;p56" descr="\delta&#10;%8ceadc8a-7b51-457b-8802-0d6e2d2d9b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34400" y="5962650"/>
            <a:ext cx="180975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849" name="Google Shape;849;p56"/>
          <p:cNvSpPr txBox="1"/>
          <p:nvPr/>
        </p:nvSpPr>
        <p:spPr>
          <a:xfrm>
            <a:off x="9345525" y="63952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0" name="Google Shape;850;p56"/>
          <p:cNvSpPr txBox="1">
            <a:spLocks noGrp="1"/>
          </p:cNvSpPr>
          <p:nvPr>
            <p:ph type="title"/>
          </p:nvPr>
        </p:nvSpPr>
        <p:spPr>
          <a:xfrm>
            <a:off x="666751" y="366185"/>
            <a:ext cx="10850100" cy="745200"/>
          </a:xfrm>
          <a:prstGeom prst="rect">
            <a:avLst/>
          </a:prstGeom>
        </p:spPr>
        <p:txBody>
          <a:bodyPr spcFirstLastPara="1" wrap="square" lIns="0" tIns="60925" rIns="121900" bIns="60925" anchor="ctr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solidFill>
                  <a:srgbClr val="0078AC"/>
                </a:solidFill>
                <a:latin typeface="Calibri"/>
                <a:ea typeface="Calibri"/>
                <a:cs typeface="Calibri"/>
                <a:sym typeface="Calibri"/>
              </a:rPr>
              <a:t>SIS-SI model</a:t>
            </a:r>
            <a:endParaRPr sz="2900">
              <a:solidFill>
                <a:srgbClr val="0078A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1" name="Google Shape;851;p56"/>
          <p:cNvSpPr/>
          <p:nvPr/>
        </p:nvSpPr>
        <p:spPr>
          <a:xfrm>
            <a:off x="2440000" y="4150419"/>
            <a:ext cx="3188100" cy="1354500"/>
          </a:xfrm>
          <a:prstGeom prst="roundRect">
            <a:avLst>
              <a:gd name="adj" fmla="val 16667"/>
            </a:avLst>
          </a:prstGeom>
          <a:noFill/>
          <a:ln w="152400" cap="flat" cmpd="sng">
            <a:solidFill>
              <a:srgbClr val="0078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2" name="Google Shape;852;p56"/>
          <p:cNvSpPr txBox="1"/>
          <p:nvPr/>
        </p:nvSpPr>
        <p:spPr>
          <a:xfrm>
            <a:off x="2593886" y="4197155"/>
            <a:ext cx="2847900" cy="13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00">
                <a:solidFill>
                  <a:schemeClr val="accent1"/>
                </a:solidFill>
              </a:rPr>
              <a:t>susceptible mosquitoes</a:t>
            </a:r>
            <a:endParaRPr sz="3800">
              <a:solidFill>
                <a:schemeClr val="accent1"/>
              </a:solidFill>
            </a:endParaRPr>
          </a:p>
        </p:txBody>
      </p:sp>
      <p:sp>
        <p:nvSpPr>
          <p:cNvPr id="853" name="Google Shape;853;p56"/>
          <p:cNvSpPr/>
          <p:nvPr/>
        </p:nvSpPr>
        <p:spPr>
          <a:xfrm>
            <a:off x="6823950" y="4203257"/>
            <a:ext cx="3188100" cy="1354500"/>
          </a:xfrm>
          <a:prstGeom prst="roundRect">
            <a:avLst>
              <a:gd name="adj" fmla="val 16667"/>
            </a:avLst>
          </a:prstGeom>
          <a:noFill/>
          <a:ln w="152400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4" name="Google Shape;854;p56"/>
          <p:cNvSpPr txBox="1"/>
          <p:nvPr/>
        </p:nvSpPr>
        <p:spPr>
          <a:xfrm>
            <a:off x="6977836" y="4173793"/>
            <a:ext cx="2847900" cy="13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00">
                <a:solidFill>
                  <a:schemeClr val="accent1"/>
                </a:solidFill>
              </a:rPr>
              <a:t>infectious mosquitoes</a:t>
            </a:r>
            <a:endParaRPr sz="3800">
              <a:solidFill>
                <a:schemeClr val="accent1"/>
              </a:solidFill>
            </a:endParaRPr>
          </a:p>
        </p:txBody>
      </p:sp>
      <p:sp>
        <p:nvSpPr>
          <p:cNvPr id="855" name="Google Shape;855;p56"/>
          <p:cNvSpPr/>
          <p:nvPr/>
        </p:nvSpPr>
        <p:spPr>
          <a:xfrm rot="10800000" flipH="1">
            <a:off x="5820385" y="4335620"/>
            <a:ext cx="811200" cy="2532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B45F0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6" name="Google Shape;856;p56"/>
          <p:cNvSpPr/>
          <p:nvPr/>
        </p:nvSpPr>
        <p:spPr>
          <a:xfrm flipH="1">
            <a:off x="1324621" y="4701072"/>
            <a:ext cx="811200" cy="2532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7" name="Google Shape;857;p56"/>
          <p:cNvSpPr txBox="1"/>
          <p:nvPr/>
        </p:nvSpPr>
        <p:spPr>
          <a:xfrm>
            <a:off x="1398428" y="4231375"/>
            <a:ext cx="811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3"/>
                </a:solidFill>
              </a:rPr>
              <a:t>death</a:t>
            </a:r>
            <a:endParaRPr sz="1800">
              <a:solidFill>
                <a:schemeClr val="accent3"/>
              </a:solidFill>
            </a:endParaRPr>
          </a:p>
        </p:txBody>
      </p:sp>
      <p:sp>
        <p:nvSpPr>
          <p:cNvPr id="858" name="Google Shape;858;p56"/>
          <p:cNvSpPr/>
          <p:nvPr/>
        </p:nvSpPr>
        <p:spPr>
          <a:xfrm flipH="1">
            <a:off x="5820421" y="5324622"/>
            <a:ext cx="811200" cy="2532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9" name="Google Shape;859;p56"/>
          <p:cNvSpPr txBox="1"/>
          <p:nvPr/>
        </p:nvSpPr>
        <p:spPr>
          <a:xfrm>
            <a:off x="5869228" y="5629175"/>
            <a:ext cx="811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3"/>
                </a:solidFill>
              </a:rPr>
              <a:t>birth</a:t>
            </a:r>
            <a:endParaRPr sz="1800">
              <a:solidFill>
                <a:schemeClr val="accent3"/>
              </a:solidFill>
            </a:endParaRPr>
          </a:p>
        </p:txBody>
      </p:sp>
      <p:sp>
        <p:nvSpPr>
          <p:cNvPr id="860" name="Google Shape;860;p56"/>
          <p:cNvSpPr/>
          <p:nvPr/>
        </p:nvSpPr>
        <p:spPr>
          <a:xfrm>
            <a:off x="3890000" y="5722625"/>
            <a:ext cx="723900" cy="368400"/>
          </a:xfrm>
          <a:prstGeom prst="curvedUpArrow">
            <a:avLst>
              <a:gd name="adj1" fmla="val 25000"/>
              <a:gd name="adj2" fmla="val 50000"/>
              <a:gd name="adj3" fmla="val 25000"/>
            </a:avLst>
          </a:prstGeom>
          <a:solidFill>
            <a:schemeClr val="accent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1" name="Google Shape;861;p56"/>
          <p:cNvSpPr txBox="1"/>
          <p:nvPr/>
        </p:nvSpPr>
        <p:spPr>
          <a:xfrm>
            <a:off x="4421428" y="5876825"/>
            <a:ext cx="811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3"/>
                </a:solidFill>
              </a:rPr>
              <a:t>birth</a:t>
            </a:r>
            <a:endParaRPr sz="1800">
              <a:solidFill>
                <a:schemeClr val="accent3"/>
              </a:solidFill>
            </a:endParaRPr>
          </a:p>
        </p:txBody>
      </p:sp>
      <p:sp>
        <p:nvSpPr>
          <p:cNvPr id="862" name="Google Shape;862;p56"/>
          <p:cNvSpPr txBox="1"/>
          <p:nvPr/>
        </p:nvSpPr>
        <p:spPr>
          <a:xfrm>
            <a:off x="10938500" y="4509350"/>
            <a:ext cx="12954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i="1">
                <a:solidFill>
                  <a:schemeClr val="accent1"/>
                </a:solidFill>
              </a:rPr>
              <a:t>SI</a:t>
            </a:r>
            <a:endParaRPr sz="3600" i="1">
              <a:solidFill>
                <a:schemeClr val="accent1"/>
              </a:solidFill>
            </a:endParaRPr>
          </a:p>
        </p:txBody>
      </p:sp>
      <p:sp>
        <p:nvSpPr>
          <p:cNvPr id="863" name="Google Shape;863;p56"/>
          <p:cNvSpPr txBox="1"/>
          <p:nvPr/>
        </p:nvSpPr>
        <p:spPr>
          <a:xfrm>
            <a:off x="7780178" y="5926825"/>
            <a:ext cx="811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3"/>
                </a:solidFill>
              </a:rPr>
              <a:t>death</a:t>
            </a:r>
            <a:endParaRPr sz="1800">
              <a:solidFill>
                <a:schemeClr val="accent3"/>
              </a:solidFill>
            </a:endParaRPr>
          </a:p>
        </p:txBody>
      </p:sp>
      <p:sp>
        <p:nvSpPr>
          <p:cNvPr id="864" name="Google Shape;864;p56"/>
          <p:cNvSpPr/>
          <p:nvPr/>
        </p:nvSpPr>
        <p:spPr>
          <a:xfrm rot="-5400000" flipH="1">
            <a:off x="8411221" y="5981072"/>
            <a:ext cx="811200" cy="2532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5" name="Google Shape;865;p56"/>
          <p:cNvSpPr txBox="1"/>
          <p:nvPr/>
        </p:nvSpPr>
        <p:spPr>
          <a:xfrm>
            <a:off x="10938500" y="2070950"/>
            <a:ext cx="12954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i="1">
                <a:solidFill>
                  <a:schemeClr val="accent1"/>
                </a:solidFill>
              </a:rPr>
              <a:t>SIS</a:t>
            </a:r>
            <a:endParaRPr sz="3600" i="1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p57"/>
          <p:cNvSpPr txBox="1">
            <a:spLocks noGrp="1"/>
          </p:cNvSpPr>
          <p:nvPr>
            <p:ph type="body" idx="2"/>
          </p:nvPr>
        </p:nvSpPr>
        <p:spPr>
          <a:xfrm>
            <a:off x="666751" y="1221319"/>
            <a:ext cx="10850100" cy="4940400"/>
          </a:xfrm>
          <a:prstGeom prst="rect">
            <a:avLst/>
          </a:prstGeom>
        </p:spPr>
        <p:txBody>
          <a:bodyPr spcFirstLastPara="1" wrap="square" lIns="0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None/>
            </a:pPr>
            <a:r>
              <a:rPr lang="en-US" sz="2200" b="1">
                <a:solidFill>
                  <a:schemeClr val="accent1"/>
                </a:solidFill>
              </a:rPr>
              <a:t>Hypothesis A:</a:t>
            </a:r>
            <a:r>
              <a:rPr lang="en-US" sz="2200">
                <a:solidFill>
                  <a:schemeClr val="accent1"/>
                </a:solidFill>
              </a:rPr>
              <a:t> Individuals become immediately also infectious upon infection</a:t>
            </a:r>
            <a:endParaRPr sz="2200"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None/>
            </a:pPr>
            <a:r>
              <a:rPr lang="en-US" sz="2200" b="1">
                <a:solidFill>
                  <a:schemeClr val="accent1"/>
                </a:solidFill>
              </a:rPr>
              <a:t>Hypothesis </a:t>
            </a:r>
            <a:r>
              <a:rPr lang="en-US" sz="2200" b="1"/>
              <a:t>B</a:t>
            </a:r>
            <a:r>
              <a:rPr lang="en-US" sz="2200" b="1">
                <a:solidFill>
                  <a:schemeClr val="accent1"/>
                </a:solidFill>
              </a:rPr>
              <a:t>: </a:t>
            </a:r>
            <a:r>
              <a:rPr lang="en-US" sz="2200">
                <a:solidFill>
                  <a:schemeClr val="accent1"/>
                </a:solidFill>
              </a:rPr>
              <a:t>Once an individual recovers, it will become immediately susceptible agai</a:t>
            </a:r>
            <a:r>
              <a:rPr lang="en-US" sz="2200"/>
              <a:t>n</a:t>
            </a:r>
            <a:endParaRPr sz="2200"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None/>
            </a:pPr>
            <a:r>
              <a:rPr lang="en-US" sz="2200"/>
              <a:t>….(same for a SIS plus )</a:t>
            </a:r>
            <a:endParaRPr sz="2200"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None/>
            </a:pPr>
            <a:r>
              <a:rPr lang="en-US" sz="2200" b="1">
                <a:solidFill>
                  <a:schemeClr val="accent1"/>
                </a:solidFill>
              </a:rPr>
              <a:t>Hypothesis </a:t>
            </a:r>
            <a:r>
              <a:rPr lang="en-US" sz="2200" b="1"/>
              <a:t>C</a:t>
            </a:r>
            <a:r>
              <a:rPr lang="en-US" sz="2200" b="1">
                <a:solidFill>
                  <a:schemeClr val="accent1"/>
                </a:solidFill>
              </a:rPr>
              <a:t>: </a:t>
            </a:r>
            <a:r>
              <a:rPr lang="en-US" sz="2200"/>
              <a:t>Mosquito population as constant; birth = death rate </a:t>
            </a:r>
            <a:endParaRPr sz="2200"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2200" b="1">
                <a:solidFill>
                  <a:schemeClr val="accent1"/>
                </a:solidFill>
              </a:rPr>
              <a:t>Hypothesis </a:t>
            </a:r>
            <a:r>
              <a:rPr lang="en-US" sz="2200" b="1"/>
              <a:t>D</a:t>
            </a:r>
            <a:r>
              <a:rPr lang="en-US" sz="2200" b="1">
                <a:solidFill>
                  <a:schemeClr val="accent1"/>
                </a:solidFill>
              </a:rPr>
              <a:t>: </a:t>
            </a:r>
            <a:r>
              <a:rPr lang="en-US" sz="2200"/>
              <a:t>Mosquito population does not recover</a:t>
            </a:r>
            <a:r>
              <a:rPr lang="en-US" sz="2200">
                <a:solidFill>
                  <a:schemeClr val="accent1"/>
                </a:solidFill>
              </a:rPr>
              <a:t> </a:t>
            </a:r>
            <a:endParaRPr sz="2200">
              <a:solidFill>
                <a:schemeClr val="accent1"/>
              </a:solidFill>
            </a:endParaRP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2200" b="1"/>
              <a:t>Hypothesis E: </a:t>
            </a:r>
            <a:r>
              <a:rPr lang="en-US" sz="2200"/>
              <a:t>No vertical transmission in the mosquito population</a:t>
            </a:r>
            <a:endParaRPr sz="2200"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 sz="2200">
              <a:solidFill>
                <a:schemeClr val="accent1"/>
              </a:solidFill>
            </a:endParaRP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 sz="2200">
              <a:solidFill>
                <a:schemeClr val="accent1"/>
              </a:solidFill>
            </a:endParaRP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None/>
            </a:pPr>
            <a:endParaRPr sz="2200">
              <a:solidFill>
                <a:schemeClr val="accent1"/>
              </a:solidFill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2" name="Google Shape;872;p57"/>
          <p:cNvSpPr txBox="1">
            <a:spLocks noGrp="1"/>
          </p:cNvSpPr>
          <p:nvPr>
            <p:ph type="sldNum" idx="12"/>
          </p:nvPr>
        </p:nvSpPr>
        <p:spPr>
          <a:xfrm>
            <a:off x="10896533" y="6308723"/>
            <a:ext cx="620400" cy="366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sp>
        <p:nvSpPr>
          <p:cNvPr id="873" name="Google Shape;873;p57"/>
          <p:cNvSpPr txBox="1">
            <a:spLocks noGrp="1"/>
          </p:cNvSpPr>
          <p:nvPr>
            <p:ph type="title"/>
          </p:nvPr>
        </p:nvSpPr>
        <p:spPr>
          <a:xfrm>
            <a:off x="666751" y="366186"/>
            <a:ext cx="10850100" cy="745200"/>
          </a:xfrm>
          <a:prstGeom prst="rect">
            <a:avLst/>
          </a:prstGeom>
        </p:spPr>
        <p:txBody>
          <a:bodyPr spcFirstLastPara="1" wrap="square" lIns="0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Assumptions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9" name="Google Shape;879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6950" y="1"/>
            <a:ext cx="11690900" cy="6576174"/>
          </a:xfrm>
          <a:prstGeom prst="rect">
            <a:avLst/>
          </a:prstGeom>
          <a:noFill/>
          <a:ln>
            <a:noFill/>
          </a:ln>
        </p:spPr>
      </p:pic>
      <p:sp>
        <p:nvSpPr>
          <p:cNvPr id="880" name="Google Shape;880;p58"/>
          <p:cNvSpPr txBox="1"/>
          <p:nvPr/>
        </p:nvSpPr>
        <p:spPr>
          <a:xfrm>
            <a:off x="5949875" y="1325675"/>
            <a:ext cx="929100" cy="5010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accent1"/>
                </a:solidFill>
              </a:rPr>
              <a:t>~ few minutes</a:t>
            </a:r>
            <a:endParaRPr sz="1200" b="1">
              <a:solidFill>
                <a:schemeClr val="accent1"/>
              </a:solidFill>
            </a:endParaRPr>
          </a:p>
        </p:txBody>
      </p:sp>
      <p:grpSp>
        <p:nvGrpSpPr>
          <p:cNvPr id="881" name="Google Shape;881;p58"/>
          <p:cNvGrpSpPr/>
          <p:nvPr/>
        </p:nvGrpSpPr>
        <p:grpSpPr>
          <a:xfrm>
            <a:off x="8225275" y="361150"/>
            <a:ext cx="2474100" cy="693000"/>
            <a:chOff x="8225275" y="361150"/>
            <a:chExt cx="2474100" cy="693000"/>
          </a:xfrm>
        </p:grpSpPr>
        <p:sp>
          <p:nvSpPr>
            <p:cNvPr id="882" name="Google Shape;882;p58"/>
            <p:cNvSpPr txBox="1"/>
            <p:nvPr/>
          </p:nvSpPr>
          <p:spPr>
            <a:xfrm>
              <a:off x="8711875" y="361150"/>
              <a:ext cx="1987500" cy="6930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>
                  <a:solidFill>
                    <a:schemeClr val="accent1"/>
                  </a:solidFill>
                </a:rPr>
                <a:t>~ 7-30 days</a:t>
              </a:r>
              <a:endParaRPr sz="1200" b="1">
                <a:solidFill>
                  <a:schemeClr val="accent1"/>
                </a:solidFill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>
                  <a:solidFill>
                    <a:schemeClr val="accent1"/>
                  </a:solidFill>
                </a:rPr>
                <a:t>no sign of symptomes </a:t>
              </a:r>
              <a:endParaRPr sz="1200" b="1">
                <a:solidFill>
                  <a:schemeClr val="accent1"/>
                </a:solidFill>
              </a:endParaRPr>
            </a:p>
          </p:txBody>
        </p:sp>
        <p:cxnSp>
          <p:nvCxnSpPr>
            <p:cNvPr id="883" name="Google Shape;883;p58"/>
            <p:cNvCxnSpPr>
              <a:stCxn id="882" idx="1"/>
            </p:cNvCxnSpPr>
            <p:nvPr/>
          </p:nvCxnSpPr>
          <p:spPr>
            <a:xfrm flipH="1">
              <a:off x="8225275" y="707650"/>
              <a:ext cx="486600" cy="117000"/>
            </a:xfrm>
            <a:prstGeom prst="straightConnector1">
              <a:avLst/>
            </a:prstGeom>
            <a:noFill/>
            <a:ln w="2857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grpSp>
        <p:nvGrpSpPr>
          <p:cNvPr id="884" name="Google Shape;884;p58"/>
          <p:cNvGrpSpPr/>
          <p:nvPr/>
        </p:nvGrpSpPr>
        <p:grpSpPr>
          <a:xfrm>
            <a:off x="8711875" y="2862150"/>
            <a:ext cx="3016725" cy="693000"/>
            <a:chOff x="8711875" y="2862150"/>
            <a:chExt cx="3016725" cy="693000"/>
          </a:xfrm>
        </p:grpSpPr>
        <p:sp>
          <p:nvSpPr>
            <p:cNvPr id="885" name="Google Shape;885;p58"/>
            <p:cNvSpPr txBox="1"/>
            <p:nvPr/>
          </p:nvSpPr>
          <p:spPr>
            <a:xfrm>
              <a:off x="9741100" y="2862150"/>
              <a:ext cx="1987500" cy="693000"/>
            </a:xfrm>
            <a:prstGeom prst="rect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>
                  <a:solidFill>
                    <a:schemeClr val="accent1"/>
                  </a:solidFill>
                </a:rPr>
                <a:t>~ 7-100 days</a:t>
              </a:r>
              <a:endParaRPr sz="1200" b="1">
                <a:solidFill>
                  <a:schemeClr val="accent1"/>
                </a:solidFill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>
                  <a:solidFill>
                    <a:schemeClr val="accent1"/>
                  </a:solidFill>
                </a:rPr>
                <a:t>sign of symptomes </a:t>
              </a:r>
              <a:endParaRPr sz="1200" b="1">
                <a:solidFill>
                  <a:schemeClr val="accent1"/>
                </a:solidFill>
              </a:endParaRPr>
            </a:p>
          </p:txBody>
        </p:sp>
        <p:cxnSp>
          <p:nvCxnSpPr>
            <p:cNvPr id="886" name="Google Shape;886;p58"/>
            <p:cNvCxnSpPr/>
            <p:nvPr/>
          </p:nvCxnSpPr>
          <p:spPr>
            <a:xfrm rot="10800000">
              <a:off x="8711875" y="3180438"/>
              <a:ext cx="1004100" cy="56400"/>
            </a:xfrm>
            <a:prstGeom prst="straightConnector1">
              <a:avLst/>
            </a:prstGeom>
            <a:noFill/>
            <a:ln w="3810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p59"/>
          <p:cNvSpPr txBox="1">
            <a:spLocks noGrp="1"/>
          </p:cNvSpPr>
          <p:nvPr>
            <p:ph type="body" idx="1"/>
          </p:nvPr>
        </p:nvSpPr>
        <p:spPr>
          <a:xfrm>
            <a:off x="670950" y="968771"/>
            <a:ext cx="10850100" cy="628200"/>
          </a:xfrm>
          <a:prstGeom prst="rect">
            <a:avLst/>
          </a:prstGeom>
        </p:spPr>
        <p:txBody>
          <a:bodyPr spcFirstLastPara="1" wrap="square" lIns="0" tIns="60925" rIns="121900" bIns="609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800"/>
              </a:spcAft>
              <a:buNone/>
            </a:pPr>
            <a:r>
              <a:rPr lang="en-US"/>
              <a:t>we have</a:t>
            </a:r>
            <a:endParaRPr/>
          </a:p>
        </p:txBody>
      </p:sp>
      <p:sp>
        <p:nvSpPr>
          <p:cNvPr id="893" name="Google Shape;893;p59"/>
          <p:cNvSpPr txBox="1">
            <a:spLocks noGrp="1"/>
          </p:cNvSpPr>
          <p:nvPr>
            <p:ph type="body" idx="2"/>
          </p:nvPr>
        </p:nvSpPr>
        <p:spPr>
          <a:xfrm>
            <a:off x="670949" y="364805"/>
            <a:ext cx="10850100" cy="432000"/>
          </a:xfrm>
          <a:prstGeom prst="rect">
            <a:avLst/>
          </a:prstGeom>
        </p:spPr>
        <p:txBody>
          <a:bodyPr spcFirstLastPara="1" wrap="square" lIns="0" tIns="60925" rIns="121900" bIns="60925" anchor="t" anchorCtr="0">
            <a:noAutofit/>
          </a:bodyPr>
          <a:lstStyle/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500" b="0">
                <a:solidFill>
                  <a:srgbClr val="303030"/>
                </a:solidFill>
              </a:rPr>
              <a:t>… but we are not completely helpless in facing these threats</a:t>
            </a:r>
            <a:endParaRPr sz="2500"/>
          </a:p>
        </p:txBody>
      </p:sp>
      <p:pic>
        <p:nvPicPr>
          <p:cNvPr id="894" name="Google Shape;894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83675" y="1976425"/>
            <a:ext cx="3902375" cy="2833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95" name="Google Shape;895;p5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99350" y="2077711"/>
            <a:ext cx="3733825" cy="2702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96" name="Google Shape;896;p5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5025" y="2077701"/>
            <a:ext cx="3733840" cy="2702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Google Shape;902;p60"/>
          <p:cNvSpPr txBox="1">
            <a:spLocks noGrp="1"/>
          </p:cNvSpPr>
          <p:nvPr>
            <p:ph type="title"/>
          </p:nvPr>
        </p:nvSpPr>
        <p:spPr>
          <a:xfrm>
            <a:off x="666751" y="366185"/>
            <a:ext cx="10850100" cy="745200"/>
          </a:xfrm>
          <a:prstGeom prst="rect">
            <a:avLst/>
          </a:prstGeom>
        </p:spPr>
        <p:txBody>
          <a:bodyPr spcFirstLastPara="1" wrap="square" lIns="0" tIns="60925" rIns="121900" bIns="60925" anchor="ctr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Intervention modelling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903" name="Google Shape;903;p60"/>
          <p:cNvSpPr txBox="1">
            <a:spLocks noGrp="1"/>
          </p:cNvSpPr>
          <p:nvPr>
            <p:ph type="body" idx="1"/>
          </p:nvPr>
        </p:nvSpPr>
        <p:spPr>
          <a:xfrm>
            <a:off x="666750" y="1370625"/>
            <a:ext cx="9771600" cy="3884400"/>
          </a:xfrm>
          <a:prstGeom prst="rect">
            <a:avLst/>
          </a:prstGeom>
        </p:spPr>
        <p:txBody>
          <a:bodyPr spcFirstLastPara="1" wrap="square" lIns="0" tIns="60925" rIns="121900" bIns="609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By the end of this lesson, you will be able to: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chemeClr val="dk1"/>
                </a:solidFill>
              </a:rPr>
              <a:t>Simulate an intervention in the models seen previously </a:t>
            </a:r>
            <a:endParaRPr sz="1800">
              <a:solidFill>
                <a:schemeClr val="dk1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-US" sz="1800">
                <a:solidFill>
                  <a:schemeClr val="dk1"/>
                </a:solidFill>
              </a:rPr>
              <a:t>treatment, etc. </a:t>
            </a:r>
            <a:endParaRPr sz="1800"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4290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Know how to analyze intervention impact on disease dynamics</a:t>
            </a:r>
            <a:endParaRPr sz="1800"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800"/>
              </a:spcBef>
              <a:spcAft>
                <a:spcPts val="800"/>
              </a:spcAft>
              <a:buNone/>
            </a:pP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Google Shape;908;p61"/>
          <p:cNvSpPr/>
          <p:nvPr/>
        </p:nvSpPr>
        <p:spPr>
          <a:xfrm>
            <a:off x="2976275" y="1234625"/>
            <a:ext cx="6322200" cy="581700"/>
          </a:xfrm>
          <a:prstGeom prst="rect">
            <a:avLst/>
          </a:prstGeom>
          <a:noFill/>
          <a:ln w="762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09" name="Google Shape;909;p61"/>
          <p:cNvGrpSpPr/>
          <p:nvPr/>
        </p:nvGrpSpPr>
        <p:grpSpPr>
          <a:xfrm>
            <a:off x="666733" y="1360503"/>
            <a:ext cx="9289956" cy="5266660"/>
            <a:chOff x="500063" y="1020402"/>
            <a:chExt cx="6967641" cy="3950094"/>
          </a:xfrm>
        </p:grpSpPr>
        <p:cxnSp>
          <p:nvCxnSpPr>
            <p:cNvPr id="910" name="Google Shape;910;p61"/>
            <p:cNvCxnSpPr/>
            <p:nvPr/>
          </p:nvCxnSpPr>
          <p:spPr>
            <a:xfrm>
              <a:off x="1245704" y="2903055"/>
              <a:ext cx="6222000" cy="0"/>
            </a:xfrm>
            <a:prstGeom prst="straightConnector1">
              <a:avLst/>
            </a:prstGeom>
            <a:noFill/>
            <a:ln w="76200" cap="flat" cmpd="sng">
              <a:solidFill>
                <a:srgbClr val="333333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911" name="Google Shape;911;p61"/>
            <p:cNvCxnSpPr/>
            <p:nvPr/>
          </p:nvCxnSpPr>
          <p:spPr>
            <a:xfrm flipH="1">
              <a:off x="1812326" y="2908027"/>
              <a:ext cx="1242300" cy="1341900"/>
            </a:xfrm>
            <a:prstGeom prst="straightConnector1">
              <a:avLst/>
            </a:prstGeom>
            <a:noFill/>
            <a:ln w="38100" cap="flat" cmpd="sng">
              <a:solidFill>
                <a:srgbClr val="33333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912" name="Google Shape;912;p61"/>
            <p:cNvCxnSpPr/>
            <p:nvPr/>
          </p:nvCxnSpPr>
          <p:spPr>
            <a:xfrm>
              <a:off x="3501886" y="1338454"/>
              <a:ext cx="1222500" cy="1530600"/>
            </a:xfrm>
            <a:prstGeom prst="straightConnector1">
              <a:avLst/>
            </a:prstGeom>
            <a:noFill/>
            <a:ln w="38100" cap="flat" cmpd="sng">
              <a:solidFill>
                <a:srgbClr val="33333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913" name="Google Shape;913;p61"/>
            <p:cNvCxnSpPr/>
            <p:nvPr/>
          </p:nvCxnSpPr>
          <p:spPr>
            <a:xfrm>
              <a:off x="5686009" y="1353365"/>
              <a:ext cx="1222500" cy="1530600"/>
            </a:xfrm>
            <a:prstGeom prst="straightConnector1">
              <a:avLst/>
            </a:prstGeom>
            <a:noFill/>
            <a:ln w="38100" cap="flat" cmpd="sng">
              <a:solidFill>
                <a:srgbClr val="33333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914" name="Google Shape;914;p61"/>
            <p:cNvCxnSpPr/>
            <p:nvPr/>
          </p:nvCxnSpPr>
          <p:spPr>
            <a:xfrm flipH="1">
              <a:off x="5948878" y="2918727"/>
              <a:ext cx="1242300" cy="1341900"/>
            </a:xfrm>
            <a:prstGeom prst="straightConnector1">
              <a:avLst/>
            </a:prstGeom>
            <a:noFill/>
            <a:ln w="38100" cap="flat" cmpd="sng">
              <a:solidFill>
                <a:srgbClr val="33333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915" name="Google Shape;915;p61"/>
            <p:cNvSpPr/>
            <p:nvPr/>
          </p:nvSpPr>
          <p:spPr>
            <a:xfrm>
              <a:off x="2811117" y="1030341"/>
              <a:ext cx="1302000" cy="268500"/>
            </a:xfrm>
            <a:prstGeom prst="roundRect">
              <a:avLst>
                <a:gd name="adj" fmla="val 16667"/>
              </a:avLst>
            </a:prstGeom>
            <a:solidFill>
              <a:srgbClr val="E2A918"/>
            </a:solidFill>
            <a:ln w="12700" cap="flat" cmpd="sng">
              <a:solidFill>
                <a:srgbClr val="33333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>
                  <a:solidFill>
                    <a:srgbClr val="FFFFFF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Vector</a:t>
              </a:r>
              <a:endParaRPr sz="1800" b="0" i="0" u="none" strike="noStrike" cap="non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916" name="Google Shape;916;p61"/>
            <p:cNvSpPr/>
            <p:nvPr/>
          </p:nvSpPr>
          <p:spPr>
            <a:xfrm>
              <a:off x="5129416" y="1020402"/>
              <a:ext cx="1423800" cy="268500"/>
            </a:xfrm>
            <a:prstGeom prst="roundRect">
              <a:avLst>
                <a:gd name="adj" fmla="val 16667"/>
              </a:avLst>
            </a:prstGeom>
            <a:solidFill>
              <a:srgbClr val="83CC7A"/>
            </a:solidFill>
            <a:ln w="12700" cap="flat" cmpd="sng">
              <a:solidFill>
                <a:srgbClr val="33333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>
                  <a:solidFill>
                    <a:srgbClr val="FFFFFF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Interventions</a:t>
              </a:r>
              <a:endParaRPr sz="1800" b="0" i="0" u="none" strike="noStrike" cap="non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917" name="Google Shape;917;p61"/>
            <p:cNvSpPr/>
            <p:nvPr/>
          </p:nvSpPr>
          <p:spPr>
            <a:xfrm>
              <a:off x="500063" y="4349196"/>
              <a:ext cx="2216700" cy="621300"/>
            </a:xfrm>
            <a:prstGeom prst="roundRect">
              <a:avLst>
                <a:gd name="adj" fmla="val 16667"/>
              </a:avLst>
            </a:prstGeom>
            <a:solidFill>
              <a:srgbClr val="0070C0"/>
            </a:solidFill>
            <a:ln w="12700" cap="flat" cmpd="sng">
              <a:solidFill>
                <a:srgbClr val="33333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>
                  <a:solidFill>
                    <a:srgbClr val="FFFFFF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Health system and treatment-seeking behavior</a:t>
              </a:r>
              <a:endParaRPr sz="1800" b="0" i="0" u="none" strike="noStrike" cap="non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918" name="Google Shape;918;p61"/>
            <p:cNvSpPr/>
            <p:nvPr/>
          </p:nvSpPr>
          <p:spPr>
            <a:xfrm>
              <a:off x="5409588" y="4402136"/>
              <a:ext cx="1302000" cy="268500"/>
            </a:xfrm>
            <a:prstGeom prst="roundRect">
              <a:avLst>
                <a:gd name="adj" fmla="val 16667"/>
              </a:avLst>
            </a:prstGeom>
            <a:solidFill>
              <a:srgbClr val="783C42"/>
            </a:solidFill>
            <a:ln w="12700" cap="flat" cmpd="sng">
              <a:solidFill>
                <a:srgbClr val="33333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>
                  <a:solidFill>
                    <a:srgbClr val="FFFFFF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Others</a:t>
              </a:r>
              <a:endParaRPr sz="1800" b="0" i="0" u="none" strike="noStrike" cap="non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919" name="Google Shape;919;p61"/>
            <p:cNvSpPr/>
            <p:nvPr/>
          </p:nvSpPr>
          <p:spPr>
            <a:xfrm>
              <a:off x="5752420" y="1439928"/>
              <a:ext cx="167100" cy="159000"/>
            </a:xfrm>
            <a:prstGeom prst="ellipse">
              <a:avLst/>
            </a:prstGeom>
            <a:solidFill>
              <a:srgbClr val="83CC7A"/>
            </a:solidFill>
            <a:ln w="12700" cap="flat" cmpd="sng">
              <a:solidFill>
                <a:srgbClr val="33333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920" name="Google Shape;920;p61"/>
            <p:cNvSpPr/>
            <p:nvPr/>
          </p:nvSpPr>
          <p:spPr>
            <a:xfrm>
              <a:off x="1929016" y="3981224"/>
              <a:ext cx="167100" cy="159000"/>
            </a:xfrm>
            <a:prstGeom prst="ellipse">
              <a:avLst/>
            </a:prstGeom>
            <a:solidFill>
              <a:srgbClr val="0070C0"/>
            </a:solidFill>
            <a:ln w="12700" cap="flat" cmpd="sng">
              <a:solidFill>
                <a:srgbClr val="33333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921" name="Google Shape;921;p61"/>
            <p:cNvSpPr/>
            <p:nvPr/>
          </p:nvSpPr>
          <p:spPr>
            <a:xfrm>
              <a:off x="6235003" y="3815541"/>
              <a:ext cx="167100" cy="159000"/>
            </a:xfrm>
            <a:prstGeom prst="ellipse">
              <a:avLst/>
            </a:prstGeom>
            <a:solidFill>
              <a:srgbClr val="783C42"/>
            </a:solidFill>
            <a:ln w="12700" cap="flat" cmpd="sng">
              <a:solidFill>
                <a:srgbClr val="33333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922" name="Google Shape;922;p61"/>
            <p:cNvSpPr/>
            <p:nvPr/>
          </p:nvSpPr>
          <p:spPr>
            <a:xfrm>
              <a:off x="3730144" y="1636623"/>
              <a:ext cx="167100" cy="159000"/>
            </a:xfrm>
            <a:prstGeom prst="ellipse">
              <a:avLst/>
            </a:prstGeom>
            <a:solidFill>
              <a:srgbClr val="E2A918"/>
            </a:solidFill>
            <a:ln w="12700" cap="flat" cmpd="sng">
              <a:solidFill>
                <a:srgbClr val="33333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923" name="Google Shape;923;p61"/>
            <p:cNvSpPr txBox="1"/>
            <p:nvPr/>
          </p:nvSpPr>
          <p:spPr>
            <a:xfrm>
              <a:off x="2403867" y="1627366"/>
              <a:ext cx="1849200" cy="23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0" i="0" u="none" strike="noStrike" cap="none">
                  <a:solidFill>
                    <a:srgbClr val="333333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Biting behaviour</a:t>
              </a:r>
              <a:endParaRPr sz="1400" b="0" i="0" u="none" strike="noStrike" cap="none">
                <a:solidFill>
                  <a:srgbClr val="333333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924" name="Google Shape;924;p61"/>
            <p:cNvSpPr/>
            <p:nvPr/>
          </p:nvSpPr>
          <p:spPr>
            <a:xfrm>
              <a:off x="3921813" y="1894729"/>
              <a:ext cx="167100" cy="159000"/>
            </a:xfrm>
            <a:prstGeom prst="ellipse">
              <a:avLst/>
            </a:prstGeom>
            <a:solidFill>
              <a:srgbClr val="E2A918"/>
            </a:solidFill>
            <a:ln w="12700" cap="flat" cmpd="sng">
              <a:solidFill>
                <a:srgbClr val="33333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925" name="Google Shape;925;p61"/>
            <p:cNvSpPr txBox="1"/>
            <p:nvPr/>
          </p:nvSpPr>
          <p:spPr>
            <a:xfrm>
              <a:off x="2578627" y="1883182"/>
              <a:ext cx="1925700" cy="23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0" i="0" u="none" strike="noStrike" cap="none">
                  <a:solidFill>
                    <a:srgbClr val="333333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Feeding behaviour</a:t>
              </a:r>
              <a:endParaRPr sz="1400" b="0" i="0" u="none" strike="noStrike" cap="none">
                <a:solidFill>
                  <a:srgbClr val="333333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926" name="Google Shape;926;p61"/>
            <p:cNvSpPr/>
            <p:nvPr/>
          </p:nvSpPr>
          <p:spPr>
            <a:xfrm>
              <a:off x="4113710" y="2151315"/>
              <a:ext cx="167100" cy="159000"/>
            </a:xfrm>
            <a:prstGeom prst="ellipse">
              <a:avLst/>
            </a:prstGeom>
            <a:solidFill>
              <a:srgbClr val="E2A918"/>
            </a:solidFill>
            <a:ln w="12700" cap="flat" cmpd="sng">
              <a:solidFill>
                <a:srgbClr val="33333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927" name="Google Shape;927;p61"/>
            <p:cNvSpPr txBox="1"/>
            <p:nvPr/>
          </p:nvSpPr>
          <p:spPr>
            <a:xfrm>
              <a:off x="3073800" y="2129686"/>
              <a:ext cx="1470900" cy="23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0" i="0" u="none" strike="noStrike" cap="non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Vector density</a:t>
              </a:r>
              <a:endParaRPr/>
            </a:p>
          </p:txBody>
        </p:sp>
        <p:sp>
          <p:nvSpPr>
            <p:cNvPr id="928" name="Google Shape;928;p61"/>
            <p:cNvSpPr/>
            <p:nvPr/>
          </p:nvSpPr>
          <p:spPr>
            <a:xfrm>
              <a:off x="4322767" y="2395075"/>
              <a:ext cx="167100" cy="159000"/>
            </a:xfrm>
            <a:prstGeom prst="ellipse">
              <a:avLst/>
            </a:prstGeom>
            <a:solidFill>
              <a:srgbClr val="E2A918"/>
            </a:solidFill>
            <a:ln w="12700" cap="flat" cmpd="sng">
              <a:solidFill>
                <a:srgbClr val="33333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929" name="Google Shape;929;p61"/>
            <p:cNvSpPr txBox="1"/>
            <p:nvPr/>
          </p:nvSpPr>
          <p:spPr>
            <a:xfrm>
              <a:off x="3481770" y="2368330"/>
              <a:ext cx="1035300" cy="23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i="0" u="none" strike="noStrike" cap="non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Seasonality</a:t>
              </a:r>
              <a:endParaRPr/>
            </a:p>
          </p:txBody>
        </p:sp>
        <p:sp>
          <p:nvSpPr>
            <p:cNvPr id="930" name="Google Shape;930;p61"/>
            <p:cNvSpPr/>
            <p:nvPr/>
          </p:nvSpPr>
          <p:spPr>
            <a:xfrm>
              <a:off x="4514833" y="2635608"/>
              <a:ext cx="167100" cy="159000"/>
            </a:xfrm>
            <a:prstGeom prst="ellipse">
              <a:avLst/>
            </a:prstGeom>
            <a:solidFill>
              <a:srgbClr val="E2A918"/>
            </a:solidFill>
            <a:ln w="12700" cap="flat" cmpd="sng">
              <a:solidFill>
                <a:srgbClr val="33333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931" name="Google Shape;931;p61"/>
            <p:cNvSpPr txBox="1"/>
            <p:nvPr/>
          </p:nvSpPr>
          <p:spPr>
            <a:xfrm>
              <a:off x="3644524" y="2598540"/>
              <a:ext cx="867300" cy="23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0" i="0" u="none" strike="noStrike" cap="non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Resistance</a:t>
              </a:r>
              <a:endParaRPr/>
            </a:p>
          </p:txBody>
        </p:sp>
        <p:sp>
          <p:nvSpPr>
            <p:cNvPr id="932" name="Google Shape;932;p61"/>
            <p:cNvSpPr txBox="1"/>
            <p:nvPr/>
          </p:nvSpPr>
          <p:spPr>
            <a:xfrm>
              <a:off x="4239263" y="1405199"/>
              <a:ext cx="2760900" cy="39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0" i="0" u="none" strike="noStrike" cap="none">
                  <a:solidFill>
                    <a:srgbClr val="333333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Timing of deployment</a:t>
              </a:r>
              <a:endParaRPr sz="1400" b="0" i="0" u="none" strike="noStrike" cap="none">
                <a:solidFill>
                  <a:srgbClr val="333333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0" i="0" u="none" strike="noStrike" cap="none">
                  <a:solidFill>
                    <a:srgbClr val="333333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 </a:t>
              </a:r>
              <a:endParaRPr sz="1400" b="0" i="0" u="none" strike="noStrike" cap="none">
                <a:solidFill>
                  <a:srgbClr val="333333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933" name="Google Shape;933;p61"/>
            <p:cNvSpPr/>
            <p:nvPr/>
          </p:nvSpPr>
          <p:spPr>
            <a:xfrm>
              <a:off x="5969878" y="1731297"/>
              <a:ext cx="167100" cy="159000"/>
            </a:xfrm>
            <a:prstGeom prst="ellipse">
              <a:avLst/>
            </a:prstGeom>
            <a:solidFill>
              <a:srgbClr val="83CC7A"/>
            </a:solidFill>
            <a:ln w="12700" cap="flat" cmpd="sng">
              <a:solidFill>
                <a:srgbClr val="33333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934" name="Google Shape;934;p61"/>
            <p:cNvSpPr txBox="1"/>
            <p:nvPr/>
          </p:nvSpPr>
          <p:spPr>
            <a:xfrm>
              <a:off x="4204324" y="1716678"/>
              <a:ext cx="1845300" cy="23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0" i="0" u="none" strike="noStrike" cap="none">
                  <a:solidFill>
                    <a:srgbClr val="333333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Frequency of deployment</a:t>
              </a:r>
              <a:endParaRPr sz="1400" b="0" i="0" u="none" strike="noStrike" cap="none">
                <a:solidFill>
                  <a:srgbClr val="333333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935" name="Google Shape;935;p61"/>
            <p:cNvSpPr/>
            <p:nvPr/>
          </p:nvSpPr>
          <p:spPr>
            <a:xfrm>
              <a:off x="6156724" y="1994214"/>
              <a:ext cx="167100" cy="159000"/>
            </a:xfrm>
            <a:prstGeom prst="ellipse">
              <a:avLst/>
            </a:prstGeom>
            <a:solidFill>
              <a:srgbClr val="83CC7A"/>
            </a:solidFill>
            <a:ln w="12700" cap="flat" cmpd="sng">
              <a:solidFill>
                <a:srgbClr val="33333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936" name="Google Shape;936;p61"/>
            <p:cNvSpPr txBox="1"/>
            <p:nvPr/>
          </p:nvSpPr>
          <p:spPr>
            <a:xfrm>
              <a:off x="4700795" y="1967962"/>
              <a:ext cx="1740300" cy="23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0" i="0" u="none" strike="noStrike" cap="none">
                  <a:solidFill>
                    <a:srgbClr val="333333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Coverage/Utilization</a:t>
              </a:r>
              <a:endParaRPr sz="1400" b="0" i="0" u="none" strike="noStrike" cap="none">
                <a:solidFill>
                  <a:srgbClr val="333333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937" name="Google Shape;937;p61"/>
            <p:cNvSpPr/>
            <p:nvPr/>
          </p:nvSpPr>
          <p:spPr>
            <a:xfrm>
              <a:off x="6408100" y="2297562"/>
              <a:ext cx="167100" cy="159000"/>
            </a:xfrm>
            <a:prstGeom prst="ellipse">
              <a:avLst/>
            </a:prstGeom>
            <a:solidFill>
              <a:srgbClr val="83CC7A"/>
            </a:solidFill>
            <a:ln w="12700" cap="flat" cmpd="sng">
              <a:solidFill>
                <a:srgbClr val="33333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938" name="Google Shape;938;p61"/>
            <p:cNvSpPr txBox="1"/>
            <p:nvPr/>
          </p:nvSpPr>
          <p:spPr>
            <a:xfrm>
              <a:off x="5596736" y="2266950"/>
              <a:ext cx="1836300" cy="23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0" i="0" u="none" strike="noStrike" cap="none">
                  <a:solidFill>
                    <a:srgbClr val="333333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Attrition</a:t>
              </a:r>
              <a:endParaRPr/>
            </a:p>
          </p:txBody>
        </p:sp>
        <p:sp>
          <p:nvSpPr>
            <p:cNvPr id="939" name="Google Shape;939;p61"/>
            <p:cNvSpPr/>
            <p:nvPr/>
          </p:nvSpPr>
          <p:spPr>
            <a:xfrm>
              <a:off x="6657131" y="2590032"/>
              <a:ext cx="167100" cy="159000"/>
            </a:xfrm>
            <a:prstGeom prst="ellipse">
              <a:avLst/>
            </a:prstGeom>
            <a:solidFill>
              <a:srgbClr val="83CC7A"/>
            </a:solidFill>
            <a:ln w="12700" cap="flat" cmpd="sng">
              <a:solidFill>
                <a:srgbClr val="33333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940" name="Google Shape;940;p61"/>
            <p:cNvSpPr txBox="1"/>
            <p:nvPr/>
          </p:nvSpPr>
          <p:spPr>
            <a:xfrm>
              <a:off x="547969" y="3938382"/>
              <a:ext cx="1731600" cy="23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0" i="0" u="none" strike="noStrike" cap="none">
                  <a:solidFill>
                    <a:srgbClr val="333333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Efficacy of the drug</a:t>
              </a:r>
              <a:endParaRPr sz="1400" b="0" i="0" u="none" strike="noStrike" cap="none">
                <a:solidFill>
                  <a:srgbClr val="333333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941" name="Google Shape;941;p61"/>
            <p:cNvSpPr/>
            <p:nvPr/>
          </p:nvSpPr>
          <p:spPr>
            <a:xfrm>
              <a:off x="2154388" y="3707549"/>
              <a:ext cx="167100" cy="159000"/>
            </a:xfrm>
            <a:prstGeom prst="ellipse">
              <a:avLst/>
            </a:prstGeom>
            <a:solidFill>
              <a:srgbClr val="0070C0"/>
            </a:solidFill>
            <a:ln w="12700" cap="flat" cmpd="sng">
              <a:solidFill>
                <a:srgbClr val="33333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942" name="Google Shape;942;p61"/>
            <p:cNvSpPr txBox="1"/>
            <p:nvPr/>
          </p:nvSpPr>
          <p:spPr>
            <a:xfrm>
              <a:off x="706920" y="3681034"/>
              <a:ext cx="1769700" cy="23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0" i="0" u="none" strike="noStrike" cap="none">
                  <a:solidFill>
                    <a:srgbClr val="333333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Diagnostic sensitivity</a:t>
              </a:r>
              <a:endParaRPr/>
            </a:p>
          </p:txBody>
        </p:sp>
        <p:sp>
          <p:nvSpPr>
            <p:cNvPr id="943" name="Google Shape;943;p61"/>
            <p:cNvSpPr/>
            <p:nvPr/>
          </p:nvSpPr>
          <p:spPr>
            <a:xfrm>
              <a:off x="2702286" y="3143102"/>
              <a:ext cx="167100" cy="159000"/>
            </a:xfrm>
            <a:prstGeom prst="ellipse">
              <a:avLst/>
            </a:prstGeom>
            <a:solidFill>
              <a:srgbClr val="0070C0"/>
            </a:solidFill>
            <a:ln w="12700" cap="flat" cmpd="sng">
              <a:solidFill>
                <a:srgbClr val="33333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944" name="Google Shape;944;p61"/>
            <p:cNvSpPr txBox="1"/>
            <p:nvPr/>
          </p:nvSpPr>
          <p:spPr>
            <a:xfrm>
              <a:off x="614451" y="3109651"/>
              <a:ext cx="2216400" cy="23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0" i="0" u="none" strike="noStrike" cap="none">
                  <a:solidFill>
                    <a:srgbClr val="333333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Access to healthcare services</a:t>
              </a:r>
              <a:endParaRPr/>
            </a:p>
          </p:txBody>
        </p:sp>
        <p:sp>
          <p:nvSpPr>
            <p:cNvPr id="945" name="Google Shape;945;p61"/>
            <p:cNvSpPr/>
            <p:nvPr/>
          </p:nvSpPr>
          <p:spPr>
            <a:xfrm>
              <a:off x="2425882" y="3428316"/>
              <a:ext cx="167100" cy="159000"/>
            </a:xfrm>
            <a:prstGeom prst="ellipse">
              <a:avLst/>
            </a:prstGeom>
            <a:solidFill>
              <a:srgbClr val="0070C0"/>
            </a:solidFill>
            <a:ln w="12700" cap="flat" cmpd="sng">
              <a:solidFill>
                <a:srgbClr val="33333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946" name="Google Shape;946;p61"/>
            <p:cNvSpPr txBox="1"/>
            <p:nvPr/>
          </p:nvSpPr>
          <p:spPr>
            <a:xfrm>
              <a:off x="636103" y="3400508"/>
              <a:ext cx="2013300" cy="23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0" i="0" u="none" strike="noStrike" cap="none">
                  <a:solidFill>
                    <a:srgbClr val="333333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Adherence of the patient</a:t>
              </a:r>
              <a:endParaRPr sz="1400" b="0" i="0" u="none" strike="noStrike" cap="none">
                <a:solidFill>
                  <a:srgbClr val="333333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947" name="Google Shape;947;p61"/>
            <p:cNvSpPr txBox="1"/>
            <p:nvPr/>
          </p:nvSpPr>
          <p:spPr>
            <a:xfrm>
              <a:off x="4929560" y="3779637"/>
              <a:ext cx="1666500" cy="23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0" i="0" u="none" strike="noStrike" cap="none">
                  <a:solidFill>
                    <a:srgbClr val="333333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Population density</a:t>
              </a:r>
              <a:endParaRPr/>
            </a:p>
          </p:txBody>
        </p:sp>
        <p:sp>
          <p:nvSpPr>
            <p:cNvPr id="948" name="Google Shape;948;p61"/>
            <p:cNvSpPr/>
            <p:nvPr/>
          </p:nvSpPr>
          <p:spPr>
            <a:xfrm>
              <a:off x="6705890" y="3293770"/>
              <a:ext cx="167100" cy="159000"/>
            </a:xfrm>
            <a:prstGeom prst="ellipse">
              <a:avLst/>
            </a:prstGeom>
            <a:solidFill>
              <a:srgbClr val="783C42"/>
            </a:solidFill>
            <a:ln w="12700" cap="flat" cmpd="sng">
              <a:solidFill>
                <a:srgbClr val="33333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949" name="Google Shape;949;p61"/>
            <p:cNvSpPr txBox="1"/>
            <p:nvPr/>
          </p:nvSpPr>
          <p:spPr>
            <a:xfrm>
              <a:off x="5318923" y="3244224"/>
              <a:ext cx="1483500" cy="23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0" i="0" u="none" strike="noStrike" cap="none">
                  <a:solidFill>
                    <a:srgbClr val="333333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Population mobility</a:t>
              </a:r>
              <a:endParaRPr/>
            </a:p>
          </p:txBody>
        </p:sp>
        <p:cxnSp>
          <p:nvCxnSpPr>
            <p:cNvPr id="950" name="Google Shape;950;p61"/>
            <p:cNvCxnSpPr/>
            <p:nvPr/>
          </p:nvCxnSpPr>
          <p:spPr>
            <a:xfrm flipH="1">
              <a:off x="3726864" y="2893940"/>
              <a:ext cx="1242300" cy="1341900"/>
            </a:xfrm>
            <a:prstGeom prst="straightConnector1">
              <a:avLst/>
            </a:prstGeom>
            <a:noFill/>
            <a:ln w="38100" cap="flat" cmpd="sng">
              <a:solidFill>
                <a:srgbClr val="33333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951" name="Google Shape;951;p61"/>
            <p:cNvSpPr/>
            <p:nvPr/>
          </p:nvSpPr>
          <p:spPr>
            <a:xfrm>
              <a:off x="3237655" y="4398958"/>
              <a:ext cx="1572900" cy="444000"/>
            </a:xfrm>
            <a:prstGeom prst="roundRect">
              <a:avLst>
                <a:gd name="adj" fmla="val 16667"/>
              </a:avLst>
            </a:prstGeom>
            <a:solidFill>
              <a:srgbClr val="7ACCA7"/>
            </a:solidFill>
            <a:ln w="12700" cap="flat" cmpd="sng">
              <a:solidFill>
                <a:srgbClr val="33333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>
                  <a:solidFill>
                    <a:srgbClr val="FFFFFF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Parasite</a:t>
              </a:r>
              <a:endParaRPr/>
            </a:p>
          </p:txBody>
        </p:sp>
        <p:sp>
          <p:nvSpPr>
            <p:cNvPr id="952" name="Google Shape;952;p61"/>
            <p:cNvSpPr/>
            <p:nvPr/>
          </p:nvSpPr>
          <p:spPr>
            <a:xfrm>
              <a:off x="3991861" y="3752437"/>
              <a:ext cx="167100" cy="159000"/>
            </a:xfrm>
            <a:prstGeom prst="ellipse">
              <a:avLst/>
            </a:prstGeom>
            <a:solidFill>
              <a:srgbClr val="7ACCA7"/>
            </a:solidFill>
            <a:ln w="12700" cap="flat" cmpd="sng">
              <a:solidFill>
                <a:srgbClr val="33333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953" name="Google Shape;953;p61"/>
            <p:cNvSpPr txBox="1"/>
            <p:nvPr/>
          </p:nvSpPr>
          <p:spPr>
            <a:xfrm>
              <a:off x="2360792" y="3716533"/>
              <a:ext cx="1753800" cy="23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0" i="0" u="none" strike="noStrike" cap="none">
                  <a:solidFill>
                    <a:srgbClr val="333333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Resistance to treatment</a:t>
              </a:r>
              <a:endParaRPr sz="1400" b="0" i="0" u="none" strike="noStrike" cap="none">
                <a:solidFill>
                  <a:srgbClr val="333333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954" name="Google Shape;954;p61"/>
            <p:cNvSpPr/>
            <p:nvPr/>
          </p:nvSpPr>
          <p:spPr>
            <a:xfrm>
              <a:off x="4404780" y="3340484"/>
              <a:ext cx="167100" cy="159000"/>
            </a:xfrm>
            <a:prstGeom prst="ellipse">
              <a:avLst/>
            </a:prstGeom>
            <a:solidFill>
              <a:srgbClr val="7ACCA7"/>
            </a:solidFill>
            <a:ln w="12700" cap="flat" cmpd="sng">
              <a:solidFill>
                <a:srgbClr val="33333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955" name="Google Shape;955;p61"/>
            <p:cNvSpPr txBox="1"/>
            <p:nvPr/>
          </p:nvSpPr>
          <p:spPr>
            <a:xfrm>
              <a:off x="3251631" y="3287260"/>
              <a:ext cx="1412400" cy="23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0" i="0" u="none" strike="noStrike" cap="none">
                  <a:solidFill>
                    <a:srgbClr val="333333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Type of parasite</a:t>
              </a:r>
              <a:endParaRPr/>
            </a:p>
          </p:txBody>
        </p:sp>
        <p:sp>
          <p:nvSpPr>
            <p:cNvPr id="956" name="Google Shape;956;p61"/>
            <p:cNvSpPr txBox="1"/>
            <p:nvPr/>
          </p:nvSpPr>
          <p:spPr>
            <a:xfrm>
              <a:off x="4827559" y="2523742"/>
              <a:ext cx="1870500" cy="39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i="0" u="none" strike="noStrike" cap="none">
                  <a:solidFill>
                    <a:srgbClr val="333333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Target population/area &amp; demography </a:t>
              </a:r>
              <a:endParaRPr sz="1400" i="0" u="none" strike="noStrike" cap="none">
                <a:solidFill>
                  <a:srgbClr val="333333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957" name="Google Shape;957;p61"/>
          <p:cNvSpPr/>
          <p:nvPr/>
        </p:nvSpPr>
        <p:spPr>
          <a:xfrm>
            <a:off x="9956800" y="2850322"/>
            <a:ext cx="2235300" cy="2102700"/>
          </a:xfrm>
          <a:prstGeom prst="ellipse">
            <a:avLst/>
          </a:prstGeom>
          <a:solidFill>
            <a:srgbClr val="1282A2"/>
          </a:solidFill>
          <a:ln w="12700" cap="flat" cmpd="sng">
            <a:solidFill>
              <a:srgbClr val="0D5E7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Malaria Transmission and Burden</a:t>
            </a:r>
            <a:endParaRPr/>
          </a:p>
        </p:txBody>
      </p:sp>
      <p:sp>
        <p:nvSpPr>
          <p:cNvPr id="958" name="Google Shape;958;p61"/>
          <p:cNvSpPr txBox="1">
            <a:spLocks noGrp="1"/>
          </p:cNvSpPr>
          <p:nvPr>
            <p:ph type="title"/>
          </p:nvPr>
        </p:nvSpPr>
        <p:spPr>
          <a:xfrm>
            <a:off x="276200" y="163875"/>
            <a:ext cx="11573100" cy="745200"/>
          </a:xfrm>
          <a:prstGeom prst="rect">
            <a:avLst/>
          </a:prstGeom>
        </p:spPr>
        <p:txBody>
          <a:bodyPr spcFirstLastPara="1" wrap="square" lIns="0" tIns="60925" rIns="121900" bIns="609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Malaria transmission is determined by multiple factors </a:t>
            </a:r>
            <a:endParaRPr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(drivers of transmission)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" name="Google Shape;964;p62"/>
          <p:cNvSpPr txBox="1">
            <a:spLocks noGrp="1"/>
          </p:cNvSpPr>
          <p:nvPr>
            <p:ph type="body" idx="2"/>
          </p:nvPr>
        </p:nvSpPr>
        <p:spPr>
          <a:xfrm>
            <a:off x="666749" y="1220755"/>
            <a:ext cx="10850100" cy="432000"/>
          </a:xfrm>
          <a:prstGeom prst="rect">
            <a:avLst/>
          </a:prstGeom>
        </p:spPr>
        <p:txBody>
          <a:bodyPr spcFirstLastPara="1" wrap="square" lIns="0" tIns="60925" rIns="121900" bIns="60925" anchor="t" anchorCtr="0">
            <a:noAutofit/>
          </a:bodyPr>
          <a:lstStyle/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/>
              <a:t>Understand the dynamic between vector and the host</a:t>
            </a:r>
            <a:endParaRPr/>
          </a:p>
        </p:txBody>
      </p:sp>
      <p:pic>
        <p:nvPicPr>
          <p:cNvPr id="965" name="Google Shape;965;p62"/>
          <p:cNvPicPr preferRelativeResize="0"/>
          <p:nvPr/>
        </p:nvPicPr>
        <p:blipFill rotWithShape="1">
          <a:blip r:embed="rId3">
            <a:alphaModFix/>
          </a:blip>
          <a:srcRect l="3401" t="5820" r="3670" b="4356"/>
          <a:stretch/>
        </p:blipFill>
        <p:spPr>
          <a:xfrm>
            <a:off x="276200" y="1829600"/>
            <a:ext cx="4652676" cy="449187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66" name="Google Shape;966;p62"/>
          <p:cNvGrpSpPr/>
          <p:nvPr/>
        </p:nvGrpSpPr>
        <p:grpSpPr>
          <a:xfrm>
            <a:off x="5148950" y="1825642"/>
            <a:ext cx="6715972" cy="4931783"/>
            <a:chOff x="5148950" y="1825642"/>
            <a:chExt cx="6715972" cy="4931783"/>
          </a:xfrm>
        </p:grpSpPr>
        <p:pic>
          <p:nvPicPr>
            <p:cNvPr id="967" name="Google Shape;967;p6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148950" y="1825642"/>
              <a:ext cx="6715972" cy="449978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68" name="Google Shape;968;p62"/>
            <p:cNvSpPr/>
            <p:nvPr/>
          </p:nvSpPr>
          <p:spPr>
            <a:xfrm>
              <a:off x="5484725" y="6325425"/>
              <a:ext cx="6044400" cy="4320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/>
                <a:t>Optimizing malaria vector control in the GMS region … by Wang Y. et al. 2024</a:t>
              </a:r>
              <a:endParaRPr sz="1300"/>
            </a:p>
          </p:txBody>
        </p:sp>
      </p:grpSp>
      <p:sp>
        <p:nvSpPr>
          <p:cNvPr id="969" name="Google Shape;969;p62"/>
          <p:cNvSpPr txBox="1">
            <a:spLocks noGrp="1"/>
          </p:cNvSpPr>
          <p:nvPr>
            <p:ph type="title"/>
          </p:nvPr>
        </p:nvSpPr>
        <p:spPr>
          <a:xfrm>
            <a:off x="276200" y="163875"/>
            <a:ext cx="11573100" cy="745200"/>
          </a:xfrm>
          <a:prstGeom prst="rect">
            <a:avLst/>
          </a:prstGeom>
        </p:spPr>
        <p:txBody>
          <a:bodyPr spcFirstLastPara="1" wrap="square" lIns="0" tIns="60925" rIns="121900" bIns="609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Malaria transmission is determined by multiple factors </a:t>
            </a:r>
            <a:endParaRPr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(drivers of transmission)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970" name="Google Shape;970;p62"/>
          <p:cNvSpPr txBox="1"/>
          <p:nvPr/>
        </p:nvSpPr>
        <p:spPr>
          <a:xfrm>
            <a:off x="320288" y="4154450"/>
            <a:ext cx="4564500" cy="5637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accent2"/>
                </a:solidFill>
              </a:rPr>
              <a:t>larviciding source management (LSM)</a:t>
            </a:r>
            <a:endParaRPr sz="1800" b="1">
              <a:solidFill>
                <a:schemeClr val="accent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Google Shape;976;p63"/>
          <p:cNvSpPr txBox="1">
            <a:spLocks noGrp="1"/>
          </p:cNvSpPr>
          <p:nvPr>
            <p:ph type="title"/>
          </p:nvPr>
        </p:nvSpPr>
        <p:spPr>
          <a:xfrm>
            <a:off x="250525" y="0"/>
            <a:ext cx="10599600" cy="745200"/>
          </a:xfrm>
          <a:prstGeom prst="rect">
            <a:avLst/>
          </a:prstGeom>
        </p:spPr>
        <p:txBody>
          <a:bodyPr spcFirstLastPara="1" wrap="square" lIns="0" tIns="60925" rIns="121900" bIns="60925" anchor="ctr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</a:rPr>
              <a:t>Why do mosquitoes bites us?</a:t>
            </a:r>
            <a:endParaRPr sz="3000">
              <a:solidFill>
                <a:schemeClr val="dk1"/>
              </a:solidFill>
            </a:endParaRPr>
          </a:p>
        </p:txBody>
      </p:sp>
      <p:grpSp>
        <p:nvGrpSpPr>
          <p:cNvPr id="977" name="Google Shape;977;p63"/>
          <p:cNvGrpSpPr/>
          <p:nvPr/>
        </p:nvGrpSpPr>
        <p:grpSpPr>
          <a:xfrm>
            <a:off x="3695381" y="745256"/>
            <a:ext cx="8497210" cy="6115198"/>
            <a:chOff x="5148943" y="1201403"/>
            <a:chExt cx="6716100" cy="4833384"/>
          </a:xfrm>
        </p:grpSpPr>
        <p:pic>
          <p:nvPicPr>
            <p:cNvPr id="978" name="Google Shape;978;p6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149005" y="1201403"/>
              <a:ext cx="6715972" cy="449978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79" name="Google Shape;979;p63"/>
            <p:cNvSpPr/>
            <p:nvPr/>
          </p:nvSpPr>
          <p:spPr>
            <a:xfrm>
              <a:off x="5148943" y="5701187"/>
              <a:ext cx="6716100" cy="3336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15675" tIns="115675" rIns="115675" bIns="115675" anchor="ctr" anchorCtr="0">
              <a:noAutofit/>
            </a:bodyPr>
            <a:lstStyle/>
            <a:p>
              <a:pPr marL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1518"/>
                </a:spcAft>
                <a:buNone/>
              </a:pPr>
              <a:r>
                <a:rPr lang="en-US" sz="1771" b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Optimizing malaria vector control </a:t>
              </a:r>
              <a:r>
                <a:rPr lang="en-US" sz="177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in the GMS region … by Wang Y. et al. 2024</a:t>
              </a:r>
              <a:endParaRPr sz="177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80" name="Google Shape;980;p63"/>
          <p:cNvSpPr txBox="1"/>
          <p:nvPr/>
        </p:nvSpPr>
        <p:spPr>
          <a:xfrm>
            <a:off x="459275" y="3270500"/>
            <a:ext cx="3141900" cy="10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1"/>
                </a:solidFill>
              </a:rPr>
              <a:t>Gonotrophic cycle</a:t>
            </a:r>
            <a:endParaRPr sz="2400">
              <a:solidFill>
                <a:schemeClr val="accen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1"/>
                </a:solidFill>
              </a:rPr>
              <a:t>(feeding cycle)</a:t>
            </a:r>
            <a:endParaRPr sz="2400">
              <a:solidFill>
                <a:schemeClr val="accent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Google Shape;986;p64"/>
          <p:cNvSpPr txBox="1">
            <a:spLocks noGrp="1"/>
          </p:cNvSpPr>
          <p:nvPr>
            <p:ph type="title"/>
          </p:nvPr>
        </p:nvSpPr>
        <p:spPr>
          <a:xfrm>
            <a:off x="666751" y="366185"/>
            <a:ext cx="10850100" cy="745200"/>
          </a:xfrm>
          <a:prstGeom prst="rect">
            <a:avLst/>
          </a:prstGeom>
        </p:spPr>
        <p:txBody>
          <a:bodyPr spcFirstLastPara="1" wrap="square" lIns="0" tIns="60925" rIns="121900" bIns="60925" anchor="ctr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78AC"/>
                </a:solidFill>
              </a:rPr>
              <a:t>Malaria transmission dynamic</a:t>
            </a:r>
            <a:endParaRPr>
              <a:solidFill>
                <a:srgbClr val="0078AC"/>
              </a:solidFill>
            </a:endParaRPr>
          </a:p>
        </p:txBody>
      </p:sp>
      <p:sp>
        <p:nvSpPr>
          <p:cNvPr id="987" name="Google Shape;987;p64"/>
          <p:cNvSpPr txBox="1">
            <a:spLocks noGrp="1"/>
          </p:cNvSpPr>
          <p:nvPr>
            <p:ph type="body" idx="1"/>
          </p:nvPr>
        </p:nvSpPr>
        <p:spPr>
          <a:xfrm>
            <a:off x="498975" y="1955600"/>
            <a:ext cx="3983700" cy="681900"/>
          </a:xfrm>
          <a:prstGeom prst="rect">
            <a:avLst/>
          </a:prstGeom>
        </p:spPr>
        <p:txBody>
          <a:bodyPr spcFirstLastPara="1" wrap="square" lIns="0" tIns="60925" rIns="121900" bIns="609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/>
              <a:t>How do SIS differ from SIS-SI model?</a:t>
            </a:r>
            <a:endParaRPr sz="1800"/>
          </a:p>
        </p:txBody>
      </p:sp>
      <p:sp>
        <p:nvSpPr>
          <p:cNvPr id="988" name="Google Shape;988;p64"/>
          <p:cNvSpPr txBox="1"/>
          <p:nvPr/>
        </p:nvSpPr>
        <p:spPr>
          <a:xfrm>
            <a:off x="498975" y="3787050"/>
            <a:ext cx="47760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>
                <a:solidFill>
                  <a:schemeClr val="accent1"/>
                </a:solidFill>
              </a:rPr>
              <a:t>In the context of malaria, which one of the model do you think would be more suitable for understanding how how people are getting infected?</a:t>
            </a:r>
            <a:endParaRPr sz="1800"/>
          </a:p>
        </p:txBody>
      </p:sp>
      <p:grpSp>
        <p:nvGrpSpPr>
          <p:cNvPr id="989" name="Google Shape;989;p64"/>
          <p:cNvGrpSpPr/>
          <p:nvPr/>
        </p:nvGrpSpPr>
        <p:grpSpPr>
          <a:xfrm>
            <a:off x="5532104" y="2811282"/>
            <a:ext cx="6267111" cy="3556145"/>
            <a:chOff x="-351779" y="1561420"/>
            <a:chExt cx="8687429" cy="4929505"/>
          </a:xfrm>
        </p:grpSpPr>
        <p:sp>
          <p:nvSpPr>
            <p:cNvPr id="990" name="Google Shape;990;p64"/>
            <p:cNvSpPr/>
            <p:nvPr/>
          </p:nvSpPr>
          <p:spPr>
            <a:xfrm>
              <a:off x="763600" y="1915544"/>
              <a:ext cx="3188100" cy="1354500"/>
            </a:xfrm>
            <a:prstGeom prst="roundRect">
              <a:avLst>
                <a:gd name="adj" fmla="val 16667"/>
              </a:avLst>
            </a:prstGeom>
            <a:noFill/>
            <a:ln w="109950" cap="flat" cmpd="sng">
              <a:solidFill>
                <a:srgbClr val="95C0D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950" tIns="65950" rIns="65950" bIns="659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09"/>
            </a:p>
          </p:txBody>
        </p:sp>
        <p:sp>
          <p:nvSpPr>
            <p:cNvPr id="991" name="Google Shape;991;p64"/>
            <p:cNvSpPr/>
            <p:nvPr/>
          </p:nvSpPr>
          <p:spPr>
            <a:xfrm>
              <a:off x="5147550" y="1915550"/>
              <a:ext cx="3188100" cy="1401300"/>
            </a:xfrm>
            <a:prstGeom prst="roundRect">
              <a:avLst>
                <a:gd name="adj" fmla="val 16667"/>
              </a:avLst>
            </a:prstGeom>
            <a:noFill/>
            <a:ln w="109950" cap="flat" cmpd="sng">
              <a:solidFill>
                <a:srgbClr val="E97F7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950" tIns="65950" rIns="65950" bIns="659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09"/>
            </a:p>
          </p:txBody>
        </p:sp>
        <p:sp>
          <p:nvSpPr>
            <p:cNvPr id="992" name="Google Shape;992;p64"/>
            <p:cNvSpPr txBox="1"/>
            <p:nvPr/>
          </p:nvSpPr>
          <p:spPr>
            <a:xfrm>
              <a:off x="833300" y="1962275"/>
              <a:ext cx="3118200" cy="129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5950" tIns="65950" rIns="65950" bIns="65950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597">
                  <a:solidFill>
                    <a:schemeClr val="accent1"/>
                  </a:solidFill>
                </a:rPr>
                <a:t>susceptible humans </a:t>
              </a:r>
              <a:endParaRPr sz="2597">
                <a:solidFill>
                  <a:schemeClr val="accent1"/>
                </a:solidFill>
              </a:endParaRPr>
            </a:p>
          </p:txBody>
        </p:sp>
        <p:sp>
          <p:nvSpPr>
            <p:cNvPr id="993" name="Google Shape;993;p64"/>
            <p:cNvSpPr txBox="1"/>
            <p:nvPr/>
          </p:nvSpPr>
          <p:spPr>
            <a:xfrm>
              <a:off x="5049875" y="1953300"/>
              <a:ext cx="3229500" cy="129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5950" tIns="65950" rIns="65950" bIns="65950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597">
                  <a:solidFill>
                    <a:schemeClr val="accent1"/>
                  </a:solidFill>
                </a:rPr>
                <a:t>infectious</a:t>
              </a:r>
              <a:endParaRPr sz="2597">
                <a:solidFill>
                  <a:schemeClr val="accent1"/>
                </a:solidFill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597">
                  <a:solidFill>
                    <a:schemeClr val="accent1"/>
                  </a:solidFill>
                </a:rPr>
                <a:t>humans </a:t>
              </a:r>
              <a:endParaRPr sz="2597">
                <a:solidFill>
                  <a:schemeClr val="accent1"/>
                </a:solidFill>
              </a:endParaRPr>
            </a:p>
          </p:txBody>
        </p:sp>
        <p:sp>
          <p:nvSpPr>
            <p:cNvPr id="994" name="Google Shape;994;p64"/>
            <p:cNvSpPr/>
            <p:nvPr/>
          </p:nvSpPr>
          <p:spPr>
            <a:xfrm rot="10800000" flipH="1">
              <a:off x="4143985" y="2887820"/>
              <a:ext cx="811200" cy="25320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FF9900"/>
            </a:solidFill>
            <a:ln w="687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950" tIns="65950" rIns="65950" bIns="659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09"/>
            </a:p>
          </p:txBody>
        </p:sp>
        <p:sp>
          <p:nvSpPr>
            <p:cNvPr id="995" name="Google Shape;995;p64"/>
            <p:cNvSpPr txBox="1"/>
            <p:nvPr/>
          </p:nvSpPr>
          <p:spPr>
            <a:xfrm>
              <a:off x="5049864" y="3532988"/>
              <a:ext cx="3043200" cy="738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5950" tIns="65950" rIns="65950" bIns="65950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98">
                  <a:solidFill>
                    <a:srgbClr val="FF9900"/>
                  </a:solidFill>
                </a:rPr>
                <a:t>transmission from mosquitoes to humans</a:t>
              </a:r>
              <a:endParaRPr sz="1298">
                <a:solidFill>
                  <a:srgbClr val="FF9900"/>
                </a:solidFill>
              </a:endParaRPr>
            </a:p>
          </p:txBody>
        </p:sp>
        <p:sp>
          <p:nvSpPr>
            <p:cNvPr id="996" name="Google Shape;996;p64"/>
            <p:cNvSpPr/>
            <p:nvPr/>
          </p:nvSpPr>
          <p:spPr>
            <a:xfrm flipH="1">
              <a:off x="4144021" y="2023122"/>
              <a:ext cx="811200" cy="25320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4FB043"/>
            </a:solidFill>
            <a:ln w="687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950" tIns="65950" rIns="65950" bIns="659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09"/>
            </a:p>
          </p:txBody>
        </p:sp>
        <p:sp>
          <p:nvSpPr>
            <p:cNvPr id="997" name="Google Shape;997;p64"/>
            <p:cNvSpPr txBox="1"/>
            <p:nvPr/>
          </p:nvSpPr>
          <p:spPr>
            <a:xfrm>
              <a:off x="4059487" y="1561420"/>
              <a:ext cx="10779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5950" tIns="65950" rIns="65950" bIns="65950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98">
                  <a:solidFill>
                    <a:srgbClr val="4FB043"/>
                  </a:solidFill>
                </a:rPr>
                <a:t>recovery</a:t>
              </a:r>
              <a:endParaRPr sz="1298">
                <a:solidFill>
                  <a:srgbClr val="4FB043"/>
                </a:solidFill>
              </a:endParaRPr>
            </a:p>
          </p:txBody>
        </p:sp>
        <p:sp>
          <p:nvSpPr>
            <p:cNvPr id="998" name="Google Shape;998;p64"/>
            <p:cNvSpPr/>
            <p:nvPr/>
          </p:nvSpPr>
          <p:spPr>
            <a:xfrm>
              <a:off x="842788" y="4361469"/>
              <a:ext cx="3188100" cy="1354500"/>
            </a:xfrm>
            <a:prstGeom prst="roundRect">
              <a:avLst>
                <a:gd name="adj" fmla="val 16667"/>
              </a:avLst>
            </a:prstGeom>
            <a:noFill/>
            <a:ln w="109950" cap="flat" cmpd="sng">
              <a:solidFill>
                <a:srgbClr val="0078A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950" tIns="65950" rIns="65950" bIns="659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09"/>
            </a:p>
          </p:txBody>
        </p:sp>
        <p:sp>
          <p:nvSpPr>
            <p:cNvPr id="999" name="Google Shape;999;p64"/>
            <p:cNvSpPr txBox="1"/>
            <p:nvPr/>
          </p:nvSpPr>
          <p:spPr>
            <a:xfrm>
              <a:off x="833300" y="4412900"/>
              <a:ext cx="2825700" cy="129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5950" tIns="65950" rIns="65950" bIns="65950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597">
                  <a:solidFill>
                    <a:schemeClr val="accent1"/>
                  </a:solidFill>
                </a:rPr>
                <a:t>susceptible mosquitoes  </a:t>
              </a:r>
              <a:endParaRPr sz="2597">
                <a:solidFill>
                  <a:schemeClr val="accent1"/>
                </a:solidFill>
              </a:endParaRPr>
            </a:p>
          </p:txBody>
        </p:sp>
        <p:sp>
          <p:nvSpPr>
            <p:cNvPr id="1000" name="Google Shape;1000;p64"/>
            <p:cNvSpPr/>
            <p:nvPr/>
          </p:nvSpPr>
          <p:spPr>
            <a:xfrm>
              <a:off x="5147550" y="4355657"/>
              <a:ext cx="3188100" cy="1354500"/>
            </a:xfrm>
            <a:prstGeom prst="roundRect">
              <a:avLst>
                <a:gd name="adj" fmla="val 16667"/>
              </a:avLst>
            </a:prstGeom>
            <a:noFill/>
            <a:ln w="109950" cap="flat" cmpd="sng">
              <a:solidFill>
                <a:srgbClr val="CC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950" tIns="65950" rIns="65950" bIns="659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09"/>
            </a:p>
          </p:txBody>
        </p:sp>
        <p:sp>
          <p:nvSpPr>
            <p:cNvPr id="1001" name="Google Shape;1001;p64"/>
            <p:cNvSpPr txBox="1"/>
            <p:nvPr/>
          </p:nvSpPr>
          <p:spPr>
            <a:xfrm>
              <a:off x="5106125" y="4326200"/>
              <a:ext cx="2825700" cy="129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5950" tIns="65950" rIns="65950" bIns="65950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597">
                  <a:solidFill>
                    <a:schemeClr val="accent1"/>
                  </a:solidFill>
                </a:rPr>
                <a:t>infectious mosquitoes </a:t>
              </a:r>
              <a:endParaRPr sz="2597">
                <a:solidFill>
                  <a:schemeClr val="accent1"/>
                </a:solidFill>
              </a:endParaRPr>
            </a:p>
          </p:txBody>
        </p:sp>
        <p:sp>
          <p:nvSpPr>
            <p:cNvPr id="1002" name="Google Shape;1002;p64"/>
            <p:cNvSpPr/>
            <p:nvPr/>
          </p:nvSpPr>
          <p:spPr>
            <a:xfrm rot="10800000" flipH="1">
              <a:off x="4143985" y="4488020"/>
              <a:ext cx="811200" cy="25320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B45F06"/>
            </a:solidFill>
            <a:ln w="687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950" tIns="65950" rIns="65950" bIns="659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09"/>
            </a:p>
          </p:txBody>
        </p:sp>
        <p:sp>
          <p:nvSpPr>
            <p:cNvPr id="1003" name="Google Shape;1003;p64"/>
            <p:cNvSpPr/>
            <p:nvPr/>
          </p:nvSpPr>
          <p:spPr>
            <a:xfrm rot="-3194570" flipH="1">
              <a:off x="4116447" y="3775786"/>
              <a:ext cx="1097882" cy="25314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B45F06"/>
            </a:solidFill>
            <a:ln w="687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950" tIns="65950" rIns="65950" bIns="659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09"/>
            </a:p>
          </p:txBody>
        </p:sp>
        <p:sp>
          <p:nvSpPr>
            <p:cNvPr id="1004" name="Google Shape;1004;p64"/>
            <p:cNvSpPr/>
            <p:nvPr/>
          </p:nvSpPr>
          <p:spPr>
            <a:xfrm rot="3062661" flipH="1">
              <a:off x="4116404" y="3623364"/>
              <a:ext cx="1097947" cy="253426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FF9900"/>
            </a:solidFill>
            <a:ln w="687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950" tIns="65950" rIns="65950" bIns="659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09"/>
            </a:p>
          </p:txBody>
        </p:sp>
        <p:sp>
          <p:nvSpPr>
            <p:cNvPr id="1005" name="Google Shape;1005;p64"/>
            <p:cNvSpPr txBox="1"/>
            <p:nvPr/>
          </p:nvSpPr>
          <p:spPr>
            <a:xfrm>
              <a:off x="1305624" y="3504875"/>
              <a:ext cx="2646000" cy="738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5950" tIns="65950" rIns="65950" bIns="65950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98">
                  <a:solidFill>
                    <a:srgbClr val="B45F06"/>
                  </a:solidFill>
                </a:rPr>
                <a:t>transmission from humans to mosquitoes</a:t>
              </a:r>
              <a:endParaRPr sz="1298">
                <a:solidFill>
                  <a:srgbClr val="B45F06"/>
                </a:solidFill>
              </a:endParaRPr>
            </a:p>
          </p:txBody>
        </p:sp>
        <p:sp>
          <p:nvSpPr>
            <p:cNvPr id="1006" name="Google Shape;1006;p64"/>
            <p:cNvSpPr/>
            <p:nvPr/>
          </p:nvSpPr>
          <p:spPr>
            <a:xfrm flipH="1">
              <a:off x="-351779" y="4853472"/>
              <a:ext cx="811200" cy="25320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chemeClr val="accent3"/>
            </a:solidFill>
            <a:ln w="687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950" tIns="65950" rIns="65950" bIns="659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09"/>
            </a:p>
          </p:txBody>
        </p:sp>
        <p:sp>
          <p:nvSpPr>
            <p:cNvPr id="1007" name="Google Shape;1007;p64"/>
            <p:cNvSpPr txBox="1"/>
            <p:nvPr/>
          </p:nvSpPr>
          <p:spPr>
            <a:xfrm>
              <a:off x="-277972" y="4383775"/>
              <a:ext cx="8112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5950" tIns="65950" rIns="65950" bIns="65950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98">
                  <a:solidFill>
                    <a:schemeClr val="accent3"/>
                  </a:solidFill>
                </a:rPr>
                <a:t>death</a:t>
              </a:r>
              <a:endParaRPr sz="1298">
                <a:solidFill>
                  <a:schemeClr val="accent3"/>
                </a:solidFill>
              </a:endParaRPr>
            </a:p>
          </p:txBody>
        </p:sp>
        <p:sp>
          <p:nvSpPr>
            <p:cNvPr id="1008" name="Google Shape;1008;p64"/>
            <p:cNvSpPr/>
            <p:nvPr/>
          </p:nvSpPr>
          <p:spPr>
            <a:xfrm flipH="1">
              <a:off x="4144021" y="5477022"/>
              <a:ext cx="811200" cy="25320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chemeClr val="accent3"/>
            </a:solidFill>
            <a:ln w="687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950" tIns="65950" rIns="65950" bIns="659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09"/>
            </a:p>
          </p:txBody>
        </p:sp>
        <p:sp>
          <p:nvSpPr>
            <p:cNvPr id="1009" name="Google Shape;1009;p64"/>
            <p:cNvSpPr txBox="1"/>
            <p:nvPr/>
          </p:nvSpPr>
          <p:spPr>
            <a:xfrm>
              <a:off x="4192828" y="5781575"/>
              <a:ext cx="8112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5950" tIns="65950" rIns="65950" bIns="65950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98">
                  <a:solidFill>
                    <a:schemeClr val="accent3"/>
                  </a:solidFill>
                </a:rPr>
                <a:t>birth</a:t>
              </a:r>
              <a:endParaRPr sz="1298">
                <a:solidFill>
                  <a:schemeClr val="accent3"/>
                </a:solidFill>
              </a:endParaRPr>
            </a:p>
          </p:txBody>
        </p:sp>
        <p:sp>
          <p:nvSpPr>
            <p:cNvPr id="1010" name="Google Shape;1010;p64"/>
            <p:cNvSpPr/>
            <p:nvPr/>
          </p:nvSpPr>
          <p:spPr>
            <a:xfrm>
              <a:off x="2213600" y="5875025"/>
              <a:ext cx="723900" cy="368400"/>
            </a:xfrm>
            <a:prstGeom prst="curvedUpArrow">
              <a:avLst>
                <a:gd name="adj1" fmla="val 25000"/>
                <a:gd name="adj2" fmla="val 50000"/>
                <a:gd name="adj3" fmla="val 25000"/>
              </a:avLst>
            </a:prstGeom>
            <a:solidFill>
              <a:schemeClr val="accent3"/>
            </a:solidFill>
            <a:ln w="687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950" tIns="65950" rIns="65950" bIns="659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09"/>
            </a:p>
          </p:txBody>
        </p:sp>
        <p:sp>
          <p:nvSpPr>
            <p:cNvPr id="1011" name="Google Shape;1011;p64"/>
            <p:cNvSpPr txBox="1"/>
            <p:nvPr/>
          </p:nvSpPr>
          <p:spPr>
            <a:xfrm>
              <a:off x="2745028" y="6029225"/>
              <a:ext cx="8112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5950" tIns="65950" rIns="65950" bIns="65950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98">
                  <a:solidFill>
                    <a:schemeClr val="accent3"/>
                  </a:solidFill>
                </a:rPr>
                <a:t>birth</a:t>
              </a:r>
              <a:endParaRPr sz="1298">
                <a:solidFill>
                  <a:schemeClr val="accent3"/>
                </a:solidFill>
              </a:endParaRPr>
            </a:p>
          </p:txBody>
        </p:sp>
      </p:grpSp>
      <p:sp>
        <p:nvSpPr>
          <p:cNvPr id="1012" name="Google Shape;1012;p64"/>
          <p:cNvSpPr/>
          <p:nvPr/>
        </p:nvSpPr>
        <p:spPr>
          <a:xfrm>
            <a:off x="6221575" y="1422721"/>
            <a:ext cx="2445900" cy="1039200"/>
          </a:xfrm>
          <a:prstGeom prst="roundRect">
            <a:avLst>
              <a:gd name="adj" fmla="val 16667"/>
            </a:avLst>
          </a:prstGeom>
          <a:noFill/>
          <a:ln w="116925" cap="flat" cmpd="sng">
            <a:solidFill>
              <a:srgbClr val="95C0D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0150" tIns="70150" rIns="70150" bIns="701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74"/>
          </a:p>
        </p:txBody>
      </p:sp>
      <p:sp>
        <p:nvSpPr>
          <p:cNvPr id="1013" name="Google Shape;1013;p64"/>
          <p:cNvSpPr/>
          <p:nvPr/>
        </p:nvSpPr>
        <p:spPr>
          <a:xfrm>
            <a:off x="9585114" y="1422725"/>
            <a:ext cx="2445900" cy="1075200"/>
          </a:xfrm>
          <a:prstGeom prst="roundRect">
            <a:avLst>
              <a:gd name="adj" fmla="val 16667"/>
            </a:avLst>
          </a:prstGeom>
          <a:noFill/>
          <a:ln w="116925" cap="flat" cmpd="sng">
            <a:solidFill>
              <a:srgbClr val="E97F7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0150" tIns="70150" rIns="70150" bIns="701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74"/>
          </a:p>
        </p:txBody>
      </p:sp>
      <p:sp>
        <p:nvSpPr>
          <p:cNvPr id="1014" name="Google Shape;1014;p64"/>
          <p:cNvSpPr txBox="1"/>
          <p:nvPr/>
        </p:nvSpPr>
        <p:spPr>
          <a:xfrm>
            <a:off x="6339642" y="1458578"/>
            <a:ext cx="2184900" cy="10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0150" tIns="70150" rIns="70150" bIns="7015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15">
                <a:solidFill>
                  <a:schemeClr val="accent1"/>
                </a:solidFill>
              </a:rPr>
              <a:t>susceptible humans</a:t>
            </a:r>
            <a:endParaRPr sz="2915">
              <a:solidFill>
                <a:schemeClr val="accent1"/>
              </a:solidFill>
            </a:endParaRPr>
          </a:p>
        </p:txBody>
      </p:sp>
      <p:sp>
        <p:nvSpPr>
          <p:cNvPr id="1015" name="Google Shape;1015;p64"/>
          <p:cNvSpPr txBox="1"/>
          <p:nvPr/>
        </p:nvSpPr>
        <p:spPr>
          <a:xfrm>
            <a:off x="9660024" y="1451680"/>
            <a:ext cx="2184900" cy="10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0150" tIns="70150" rIns="70150" bIns="7015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15">
                <a:solidFill>
                  <a:schemeClr val="accent1"/>
                </a:solidFill>
              </a:rPr>
              <a:t>infectious</a:t>
            </a:r>
            <a:endParaRPr sz="2915">
              <a:solidFill>
                <a:schemeClr val="accent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15">
                <a:solidFill>
                  <a:schemeClr val="accent1"/>
                </a:solidFill>
              </a:rPr>
              <a:t>humans</a:t>
            </a:r>
            <a:endParaRPr sz="2915">
              <a:solidFill>
                <a:schemeClr val="accent1"/>
              </a:solidFill>
            </a:endParaRPr>
          </a:p>
        </p:txBody>
      </p:sp>
      <p:sp>
        <p:nvSpPr>
          <p:cNvPr id="1016" name="Google Shape;1016;p64"/>
          <p:cNvSpPr/>
          <p:nvPr/>
        </p:nvSpPr>
        <p:spPr>
          <a:xfrm rot="10800000" flipH="1">
            <a:off x="8815139" y="2168547"/>
            <a:ext cx="622500" cy="194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9900"/>
          </a:solidFill>
          <a:ln w="73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0150" tIns="70150" rIns="70150" bIns="701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74"/>
          </a:p>
        </p:txBody>
      </p:sp>
      <p:sp>
        <p:nvSpPr>
          <p:cNvPr id="1017" name="Google Shape;1017;p64"/>
          <p:cNvSpPr/>
          <p:nvPr/>
        </p:nvSpPr>
        <p:spPr>
          <a:xfrm flipH="1">
            <a:off x="8815052" y="1505258"/>
            <a:ext cx="622500" cy="194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FB043"/>
          </a:solidFill>
          <a:ln w="73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0150" tIns="70150" rIns="70150" bIns="701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74"/>
          </a:p>
        </p:txBody>
      </p:sp>
      <p:sp>
        <p:nvSpPr>
          <p:cNvPr id="1018" name="Google Shape;1018;p64"/>
          <p:cNvSpPr txBox="1"/>
          <p:nvPr/>
        </p:nvSpPr>
        <p:spPr>
          <a:xfrm>
            <a:off x="8750309" y="1151025"/>
            <a:ext cx="827100" cy="3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0150" tIns="70150" rIns="70150" bIns="7015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81">
                <a:solidFill>
                  <a:srgbClr val="4FB043"/>
                </a:solidFill>
              </a:rPr>
              <a:t>recovery</a:t>
            </a:r>
            <a:endParaRPr sz="1381">
              <a:solidFill>
                <a:srgbClr val="4FB043"/>
              </a:solidFill>
            </a:endParaRPr>
          </a:p>
        </p:txBody>
      </p:sp>
      <p:cxnSp>
        <p:nvCxnSpPr>
          <p:cNvPr id="1019" name="Google Shape;1019;p64"/>
          <p:cNvCxnSpPr/>
          <p:nvPr/>
        </p:nvCxnSpPr>
        <p:spPr>
          <a:xfrm rot="10800000" flipH="1">
            <a:off x="5670925" y="2830700"/>
            <a:ext cx="6482400" cy="9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0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Google Shape;1025;p65"/>
          <p:cNvSpPr txBox="1">
            <a:spLocks noGrp="1"/>
          </p:cNvSpPr>
          <p:nvPr>
            <p:ph type="title"/>
          </p:nvPr>
        </p:nvSpPr>
        <p:spPr>
          <a:xfrm>
            <a:off x="666751" y="366185"/>
            <a:ext cx="10850100" cy="745200"/>
          </a:xfrm>
          <a:prstGeom prst="rect">
            <a:avLst/>
          </a:prstGeom>
        </p:spPr>
        <p:txBody>
          <a:bodyPr spcFirstLastPara="1" wrap="square" lIns="0" tIns="60925" rIns="121900" bIns="60925" anchor="ctr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Why adding age-structure important?</a:t>
            </a:r>
            <a:endParaRPr/>
          </a:p>
        </p:txBody>
      </p:sp>
      <p:sp>
        <p:nvSpPr>
          <p:cNvPr id="1026" name="Google Shape;1026;p65"/>
          <p:cNvSpPr txBox="1">
            <a:spLocks noGrp="1"/>
          </p:cNvSpPr>
          <p:nvPr>
            <p:ph type="body" idx="1"/>
          </p:nvPr>
        </p:nvSpPr>
        <p:spPr>
          <a:xfrm>
            <a:off x="666751" y="1762064"/>
            <a:ext cx="10850100" cy="3884400"/>
          </a:xfrm>
          <a:prstGeom prst="rect">
            <a:avLst/>
          </a:prstGeom>
        </p:spPr>
        <p:txBody>
          <a:bodyPr spcFirstLastPara="1" wrap="square" lIns="0" tIns="60925" rIns="121900" bIns="609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Age is a critical factor in disease dynamics:</a:t>
            </a:r>
            <a:endParaRPr sz="2000">
              <a:solidFill>
                <a:schemeClr val="dk1"/>
              </a:solidFill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 b="1">
                <a:solidFill>
                  <a:schemeClr val="dk1"/>
                </a:solidFill>
              </a:rPr>
              <a:t>Susceptibility:</a:t>
            </a:r>
            <a:r>
              <a:rPr lang="en-US" sz="2000">
                <a:solidFill>
                  <a:schemeClr val="dk1"/>
                </a:solidFill>
              </a:rPr>
              <a:t> Children and the elderly are often more susceptible to infection.</a:t>
            </a:r>
            <a:endParaRPr sz="2000">
              <a:solidFill>
                <a:schemeClr val="dk1"/>
              </a:solidFill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 b="1">
                <a:solidFill>
                  <a:schemeClr val="dk1"/>
                </a:solidFill>
              </a:rPr>
              <a:t>Contact Patterns:</a:t>
            </a:r>
            <a:r>
              <a:rPr lang="en-US" sz="2000">
                <a:solidFill>
                  <a:schemeClr val="dk1"/>
                </a:solidFill>
              </a:rPr>
              <a:t> People tend to interact more with individuals in their own age group (e.g., children in schools, adults in workplaces).</a:t>
            </a:r>
            <a:endParaRPr sz="2000">
              <a:solidFill>
                <a:schemeClr val="dk1"/>
              </a:solidFill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 b="1">
                <a:solidFill>
                  <a:schemeClr val="dk1"/>
                </a:solidFill>
              </a:rPr>
              <a:t>Disease Severity &amp; Recovery:</a:t>
            </a:r>
            <a:r>
              <a:rPr lang="en-US" sz="2000">
                <a:solidFill>
                  <a:schemeClr val="dk1"/>
                </a:solidFill>
              </a:rPr>
              <a:t> The severity of a disease and the rate of recovery can vary significantly with age.</a:t>
            </a:r>
            <a:endParaRPr sz="2000">
              <a:solidFill>
                <a:schemeClr val="dk1"/>
              </a:solidFill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 b="1">
                <a:solidFill>
                  <a:schemeClr val="dk1"/>
                </a:solidFill>
              </a:rPr>
              <a:t>Mortality:</a:t>
            </a:r>
            <a:r>
              <a:rPr lang="en-US" sz="2000">
                <a:solidFill>
                  <a:schemeClr val="dk1"/>
                </a:solidFill>
              </a:rPr>
              <a:t> Natural death rates are inherently age-dependent.</a:t>
            </a:r>
            <a:endParaRPr sz="20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Google Shape;1032;p66"/>
          <p:cNvSpPr txBox="1">
            <a:spLocks noGrp="1"/>
          </p:cNvSpPr>
          <p:nvPr>
            <p:ph type="title"/>
          </p:nvPr>
        </p:nvSpPr>
        <p:spPr>
          <a:xfrm>
            <a:off x="666751" y="366186"/>
            <a:ext cx="10850100" cy="745200"/>
          </a:xfrm>
          <a:prstGeom prst="rect">
            <a:avLst/>
          </a:prstGeom>
        </p:spPr>
        <p:txBody>
          <a:bodyPr spcFirstLastPara="1" wrap="square" lIns="0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Age-structure model: two approaches</a:t>
            </a:r>
            <a:endParaRPr/>
          </a:p>
        </p:txBody>
      </p:sp>
      <p:sp>
        <p:nvSpPr>
          <p:cNvPr id="1033" name="Google Shape;1033;p66"/>
          <p:cNvSpPr txBox="1">
            <a:spLocks noGrp="1"/>
          </p:cNvSpPr>
          <p:nvPr>
            <p:ph type="body" idx="1"/>
          </p:nvPr>
        </p:nvSpPr>
        <p:spPr>
          <a:xfrm>
            <a:off x="666750" y="1761826"/>
            <a:ext cx="5247300" cy="2222700"/>
          </a:xfrm>
          <a:prstGeom prst="rect">
            <a:avLst/>
          </a:prstGeom>
        </p:spPr>
        <p:txBody>
          <a:bodyPr spcFirstLastPara="1" wrap="square" lIns="0" tIns="45700" rIns="91425" bIns="45700" anchor="t" anchorCtr="0">
            <a:noAutofit/>
          </a:bodyPr>
          <a:lstStyle/>
          <a:p>
            <a:pPr marL="457200" lvl="0" indent="-342900" algn="l" rtl="0">
              <a:spcBef>
                <a:spcPts val="40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Divide the SIS into discrete age groups:</a:t>
            </a:r>
            <a:endParaRPr sz="180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 sz="1800" i="1"/>
              <a:t>e.g. over and under 5</a:t>
            </a:r>
            <a:endParaRPr sz="1800" i="1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transmission pattern</a:t>
            </a:r>
            <a:endParaRPr sz="180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 sz="1800"/>
              <a:t>contact matrix </a:t>
            </a:r>
            <a:endParaRPr sz="1800"/>
          </a:p>
          <a:p>
            <a:pPr marL="1371600" lvl="2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-US" sz="1800" i="1"/>
              <a:t>who acquires infection from whom?</a:t>
            </a:r>
            <a:endParaRPr sz="1800" i="1"/>
          </a:p>
          <a:p>
            <a:pPr marL="1371600" lvl="2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-US" sz="1800" i="1"/>
              <a:t>heterogeneous mixing</a:t>
            </a:r>
            <a:endParaRPr sz="1800" i="1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 sz="1800" b="1"/>
              <a:t>population weighted contact rates</a:t>
            </a:r>
            <a:endParaRPr sz="1800"/>
          </a:p>
        </p:txBody>
      </p:sp>
      <p:sp>
        <p:nvSpPr>
          <p:cNvPr id="1034" name="Google Shape;1034;p66"/>
          <p:cNvSpPr txBox="1">
            <a:spLocks noGrp="1"/>
          </p:cNvSpPr>
          <p:nvPr>
            <p:ph type="body" idx="2"/>
          </p:nvPr>
        </p:nvSpPr>
        <p:spPr>
          <a:xfrm>
            <a:off x="6278050" y="1761825"/>
            <a:ext cx="5247300" cy="1592700"/>
          </a:xfrm>
          <a:prstGeom prst="rect">
            <a:avLst/>
          </a:prstGeom>
        </p:spPr>
        <p:txBody>
          <a:bodyPr spcFirstLastPara="1" wrap="square" lIns="0" tIns="45700" rIns="91425" bIns="45700" anchor="t" anchorCtr="0">
            <a:noAutofit/>
          </a:bodyPr>
          <a:lstStyle/>
          <a:p>
            <a:pPr marL="457200" lvl="0" indent="-342900" algn="l" rtl="0">
              <a:spcBef>
                <a:spcPts val="40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S, I are depend of both time and age</a:t>
            </a:r>
            <a:endParaRPr sz="180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Continuous age structure</a:t>
            </a:r>
            <a:endParaRPr sz="180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transmission pattern</a:t>
            </a:r>
            <a:endParaRPr sz="180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 sz="1800"/>
              <a:t>transmission kernel</a:t>
            </a:r>
            <a:endParaRPr sz="1800"/>
          </a:p>
        </p:txBody>
      </p:sp>
      <p:sp>
        <p:nvSpPr>
          <p:cNvPr id="1035" name="Google Shape;1035;p66"/>
          <p:cNvSpPr txBox="1">
            <a:spLocks noGrp="1"/>
          </p:cNvSpPr>
          <p:nvPr>
            <p:ph type="body" idx="3"/>
          </p:nvPr>
        </p:nvSpPr>
        <p:spPr>
          <a:xfrm>
            <a:off x="666751" y="1220755"/>
            <a:ext cx="5247300" cy="431700"/>
          </a:xfrm>
          <a:prstGeom prst="rect">
            <a:avLst/>
          </a:prstGeom>
        </p:spPr>
        <p:txBody>
          <a:bodyPr spcFirstLastPara="1" wrap="square" lIns="0" tIns="45700" rIns="91425" bIns="45700" anchor="t" anchorCtr="0">
            <a:noAutofit/>
          </a:bodyPr>
          <a:lstStyle/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/>
              <a:t>Ordinary differential equations</a:t>
            </a:r>
            <a:endParaRPr sz="2000"/>
          </a:p>
        </p:txBody>
      </p:sp>
      <p:sp>
        <p:nvSpPr>
          <p:cNvPr id="1036" name="Google Shape;1036;p66"/>
          <p:cNvSpPr txBox="1">
            <a:spLocks noGrp="1"/>
          </p:cNvSpPr>
          <p:nvPr>
            <p:ph type="body" idx="4"/>
          </p:nvPr>
        </p:nvSpPr>
        <p:spPr>
          <a:xfrm>
            <a:off x="6321395" y="1220755"/>
            <a:ext cx="5247300" cy="431700"/>
          </a:xfrm>
          <a:prstGeom prst="rect">
            <a:avLst/>
          </a:prstGeom>
        </p:spPr>
        <p:txBody>
          <a:bodyPr spcFirstLastPara="1" wrap="square" lIns="0" tIns="45700" rIns="91425" bIns="45700" anchor="t" anchorCtr="0">
            <a:noAutofit/>
          </a:bodyPr>
          <a:lstStyle/>
          <a:p>
            <a:pPr marL="0" lvl="0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/>
              <a:t>Partial differential equations</a:t>
            </a:r>
            <a:endParaRPr sz="2000"/>
          </a:p>
        </p:txBody>
      </p:sp>
      <p:sp>
        <p:nvSpPr>
          <p:cNvPr id="1037" name="Google Shape;1037;p66"/>
          <p:cNvSpPr txBox="1">
            <a:spLocks noGrp="1"/>
          </p:cNvSpPr>
          <p:nvPr>
            <p:ph type="sldNum" idx="12"/>
          </p:nvPr>
        </p:nvSpPr>
        <p:spPr>
          <a:xfrm>
            <a:off x="10896533" y="6308723"/>
            <a:ext cx="620400" cy="366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  <p:sp>
        <p:nvSpPr>
          <p:cNvPr id="1038" name="Google Shape;1038;p66"/>
          <p:cNvSpPr txBox="1">
            <a:spLocks noGrp="1"/>
          </p:cNvSpPr>
          <p:nvPr>
            <p:ph type="body" idx="5"/>
          </p:nvPr>
        </p:nvSpPr>
        <p:spPr>
          <a:xfrm>
            <a:off x="2244695" y="6308723"/>
            <a:ext cx="8512500" cy="366000"/>
          </a:xfrm>
          <a:prstGeom prst="rect">
            <a:avLst/>
          </a:prstGeom>
        </p:spPr>
        <p:txBody>
          <a:bodyPr spcFirstLastPara="1" wrap="square" lIns="0" tIns="45700" rIns="91425" bIns="45700" anchor="ctr" anchorCtr="0">
            <a:noAutofit/>
          </a:bodyPr>
          <a:lstStyle/>
          <a:p>
            <a:pPr marL="0" lvl="0" indent="0" algn="r" rtl="0">
              <a:spcBef>
                <a:spcPts val="4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9" name="Google Shape;1039;p66"/>
          <p:cNvSpPr/>
          <p:nvPr/>
        </p:nvSpPr>
        <p:spPr>
          <a:xfrm>
            <a:off x="2856375" y="4020838"/>
            <a:ext cx="6381900" cy="745200"/>
          </a:xfrm>
          <a:prstGeom prst="rect">
            <a:avLst/>
          </a:prstGeom>
          <a:solidFill>
            <a:srgbClr val="95C0DA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</a:rPr>
              <a:t>How do you choose which approach to use?</a:t>
            </a:r>
            <a:endParaRPr sz="2200">
              <a:solidFill>
                <a:schemeClr val="dk1"/>
              </a:solidFill>
            </a:endParaRPr>
          </a:p>
        </p:txBody>
      </p:sp>
      <p:sp>
        <p:nvSpPr>
          <p:cNvPr id="1040" name="Google Shape;1040;p66"/>
          <p:cNvSpPr txBox="1">
            <a:spLocks noGrp="1"/>
          </p:cNvSpPr>
          <p:nvPr>
            <p:ph type="body" idx="1"/>
          </p:nvPr>
        </p:nvSpPr>
        <p:spPr>
          <a:xfrm>
            <a:off x="453950" y="4726150"/>
            <a:ext cx="5334000" cy="1956300"/>
          </a:xfrm>
          <a:prstGeom prst="rect">
            <a:avLst/>
          </a:prstGeom>
          <a:solidFill>
            <a:srgbClr val="95C0DA"/>
          </a:solidFill>
        </p:spPr>
        <p:txBody>
          <a:bodyPr spcFirstLastPara="1" wrap="square" lIns="0" tIns="45700" rIns="91425" bIns="45700" anchor="t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 b="1">
                <a:solidFill>
                  <a:schemeClr val="dk1"/>
                </a:solidFill>
              </a:rPr>
              <a:t>Limited computational resources</a:t>
            </a:r>
            <a:r>
              <a:rPr lang="en-US" sz="1800">
                <a:solidFill>
                  <a:schemeClr val="dk1"/>
                </a:solidFill>
              </a:rPr>
              <a:t> available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 b="1">
                <a:solidFill>
                  <a:schemeClr val="dk1"/>
                </a:solidFill>
              </a:rPr>
              <a:t>Policy focus</a:t>
            </a:r>
            <a:r>
              <a:rPr lang="en-US" sz="1800">
                <a:solidFill>
                  <a:schemeClr val="dk1"/>
                </a:solidFill>
              </a:rPr>
              <a:t> on specific age-targeted interventions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 b="1">
                <a:solidFill>
                  <a:schemeClr val="dk1"/>
                </a:solidFill>
              </a:rPr>
              <a:t>Parameter estimation</a:t>
            </a:r>
            <a:r>
              <a:rPr lang="en-US" sz="1800">
                <a:solidFill>
                  <a:schemeClr val="dk1"/>
                </a:solidFill>
              </a:rPr>
              <a:t> is primary goal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 b="1">
                <a:solidFill>
                  <a:schemeClr val="dk1"/>
                </a:solidFill>
              </a:rPr>
              <a:t>Rapid model development</a:t>
            </a:r>
            <a:r>
              <a:rPr lang="en-US" sz="1800">
                <a:solidFill>
                  <a:schemeClr val="dk1"/>
                </a:solidFill>
              </a:rPr>
              <a:t> needed</a:t>
            </a:r>
            <a:br>
              <a:rPr lang="en-US" sz="1800">
                <a:solidFill>
                  <a:schemeClr val="dk1"/>
                </a:solidFill>
              </a:rPr>
            </a:br>
            <a:endParaRPr sz="1800"/>
          </a:p>
        </p:txBody>
      </p:sp>
      <p:sp>
        <p:nvSpPr>
          <p:cNvPr id="1041" name="Google Shape;1041;p66"/>
          <p:cNvSpPr txBox="1">
            <a:spLocks noGrp="1"/>
          </p:cNvSpPr>
          <p:nvPr>
            <p:ph type="body" idx="2"/>
          </p:nvPr>
        </p:nvSpPr>
        <p:spPr>
          <a:xfrm>
            <a:off x="6096000" y="4726150"/>
            <a:ext cx="5841000" cy="1956300"/>
          </a:xfrm>
          <a:prstGeom prst="rect">
            <a:avLst/>
          </a:prstGeom>
          <a:solidFill>
            <a:srgbClr val="95C0DA"/>
          </a:solidFill>
        </p:spPr>
        <p:txBody>
          <a:bodyPr spcFirstLastPara="1" wrap="square" lIns="0" tIns="45700" rIns="91425" bIns="45700" anchor="t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 b="1">
                <a:solidFill>
                  <a:schemeClr val="dk1"/>
                </a:solidFill>
              </a:rPr>
              <a:t>High age resolution</a:t>
            </a:r>
            <a:r>
              <a:rPr lang="en-US" sz="1800">
                <a:solidFill>
                  <a:schemeClr val="dk1"/>
                </a:solidFill>
              </a:rPr>
              <a:t> is scientifically important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 b="1">
                <a:solidFill>
                  <a:schemeClr val="dk1"/>
                </a:solidFill>
              </a:rPr>
              <a:t>Theoretical analysis</a:t>
            </a:r>
            <a:r>
              <a:rPr lang="en-US" sz="1800">
                <a:solidFill>
                  <a:schemeClr val="dk1"/>
                </a:solidFill>
              </a:rPr>
              <a:t> is the primary objective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 b="1">
                <a:solidFill>
                  <a:schemeClr val="dk1"/>
                </a:solidFill>
              </a:rPr>
              <a:t>Smooth age-dependent processes</a:t>
            </a:r>
            <a:r>
              <a:rPr lang="en-US" sz="1800">
                <a:solidFill>
                  <a:schemeClr val="dk1"/>
                </a:solidFill>
              </a:rPr>
              <a:t> are key to the biology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 b="1">
                <a:solidFill>
                  <a:schemeClr val="dk1"/>
                </a:solidFill>
              </a:rPr>
              <a:t>Long-term dynamics</a:t>
            </a:r>
            <a:r>
              <a:rPr lang="en-US" sz="1800">
                <a:solidFill>
                  <a:schemeClr val="dk1"/>
                </a:solidFill>
              </a:rPr>
              <a:t> where artificial age boundaries matter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800"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7" name="Google Shape;1047;p67"/>
          <p:cNvGrpSpPr/>
          <p:nvPr/>
        </p:nvGrpSpPr>
        <p:grpSpPr>
          <a:xfrm>
            <a:off x="45446" y="2017997"/>
            <a:ext cx="4567579" cy="2182556"/>
            <a:chOff x="513325" y="1111375"/>
            <a:chExt cx="11032800" cy="5271875"/>
          </a:xfrm>
        </p:grpSpPr>
        <p:grpSp>
          <p:nvGrpSpPr>
            <p:cNvPr id="1048" name="Google Shape;1048;p67"/>
            <p:cNvGrpSpPr/>
            <p:nvPr/>
          </p:nvGrpSpPr>
          <p:grpSpPr>
            <a:xfrm>
              <a:off x="513325" y="1111375"/>
              <a:ext cx="11032800" cy="4024658"/>
              <a:chOff x="513325" y="1111375"/>
              <a:chExt cx="11032800" cy="4024658"/>
            </a:xfrm>
          </p:grpSpPr>
          <p:sp>
            <p:nvSpPr>
              <p:cNvPr id="1049" name="Google Shape;1049;p67"/>
              <p:cNvSpPr/>
              <p:nvPr/>
            </p:nvSpPr>
            <p:spPr>
              <a:xfrm>
                <a:off x="513325" y="2629350"/>
                <a:ext cx="4735800" cy="1774500"/>
              </a:xfrm>
              <a:prstGeom prst="roundRect">
                <a:avLst>
                  <a:gd name="adj" fmla="val 16667"/>
                </a:avLst>
              </a:prstGeom>
              <a:noFill/>
              <a:ln w="63075" cap="flat" cmpd="sng">
                <a:solidFill>
                  <a:srgbClr val="95C0D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37850" tIns="37850" rIns="37850" bIns="378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607"/>
                  <a:buFont typeface="Arial"/>
                  <a:buNone/>
                </a:pPr>
                <a:endParaRPr sz="60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0" name="Google Shape;1050;p67"/>
              <p:cNvSpPr/>
              <p:nvPr/>
            </p:nvSpPr>
            <p:spPr>
              <a:xfrm>
                <a:off x="7025425" y="2629350"/>
                <a:ext cx="4520700" cy="1774500"/>
              </a:xfrm>
              <a:prstGeom prst="roundRect">
                <a:avLst>
                  <a:gd name="adj" fmla="val 16667"/>
                </a:avLst>
              </a:prstGeom>
              <a:noFill/>
              <a:ln w="63075" cap="flat" cmpd="sng">
                <a:solidFill>
                  <a:srgbClr val="E97F77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37850" tIns="37850" rIns="37850" bIns="378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607"/>
                  <a:buFont typeface="Arial"/>
                  <a:buNone/>
                </a:pPr>
                <a:endParaRPr sz="60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1" name="Google Shape;1051;p67"/>
              <p:cNvSpPr txBox="1"/>
              <p:nvPr/>
            </p:nvSpPr>
            <p:spPr>
              <a:xfrm>
                <a:off x="741925" y="2898325"/>
                <a:ext cx="4230600" cy="112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7850" tIns="37850" rIns="37850" bIns="3785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539"/>
                  <a:buFont typeface="Arial"/>
                  <a:buNone/>
                </a:pPr>
                <a:r>
                  <a:rPr lang="en-US" sz="2538" b="0" i="0" u="none" strike="noStrike" cap="none">
                    <a:solidFill>
                      <a:srgbClr val="4F81BD"/>
                    </a:solidFill>
                    <a:latin typeface="Arial"/>
                    <a:ea typeface="Arial"/>
                    <a:cs typeface="Arial"/>
                    <a:sym typeface="Arial"/>
                  </a:rPr>
                  <a:t>susceptible</a:t>
                </a:r>
                <a:endParaRPr sz="2538" b="0" i="0" u="none" strike="noStrike" cap="none">
                  <a:solidFill>
                    <a:srgbClr val="4F81B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2" name="Google Shape;1052;p67"/>
              <p:cNvSpPr txBox="1"/>
              <p:nvPr/>
            </p:nvSpPr>
            <p:spPr>
              <a:xfrm>
                <a:off x="7170475" y="2878650"/>
                <a:ext cx="4230600" cy="112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7850" tIns="37850" rIns="37850" bIns="3785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539"/>
                  <a:buFont typeface="Arial"/>
                  <a:buNone/>
                </a:pPr>
                <a:r>
                  <a:rPr lang="en-US" sz="2538" b="0" i="0" u="none" strike="noStrike" cap="none">
                    <a:solidFill>
                      <a:srgbClr val="4F81BD"/>
                    </a:solidFill>
                    <a:latin typeface="Arial"/>
                    <a:ea typeface="Arial"/>
                    <a:cs typeface="Arial"/>
                    <a:sym typeface="Arial"/>
                  </a:rPr>
                  <a:t>infectious</a:t>
                </a:r>
                <a:endParaRPr sz="2538" b="0" i="0" u="none" strike="noStrike" cap="none">
                  <a:solidFill>
                    <a:srgbClr val="4F81B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3" name="Google Shape;1053;p67"/>
              <p:cNvSpPr/>
              <p:nvPr/>
            </p:nvSpPr>
            <p:spPr>
              <a:xfrm flipH="1">
                <a:off x="5534875" y="3945625"/>
                <a:ext cx="1204800" cy="554100"/>
              </a:xfrm>
              <a:prstGeom prst="rightArrow">
                <a:avLst>
                  <a:gd name="adj1" fmla="val 50000"/>
                  <a:gd name="adj2" fmla="val 50000"/>
                </a:avLst>
              </a:prstGeom>
              <a:solidFill>
                <a:srgbClr val="4FB043"/>
              </a:solidFill>
              <a:ln w="3950" cap="flat" cmpd="sng">
                <a:solidFill>
                  <a:srgbClr val="1F497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37850" tIns="37850" rIns="37850" bIns="378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607"/>
                  <a:buFont typeface="Arial"/>
                  <a:buNone/>
                </a:pPr>
                <a:endParaRPr sz="60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4" name="Google Shape;1054;p67"/>
              <p:cNvSpPr/>
              <p:nvPr/>
            </p:nvSpPr>
            <p:spPr>
              <a:xfrm rot="10800000" flipH="1">
                <a:off x="5611075" y="2629350"/>
                <a:ext cx="1204800" cy="554100"/>
              </a:xfrm>
              <a:prstGeom prst="rightArrow">
                <a:avLst>
                  <a:gd name="adj1" fmla="val 50000"/>
                  <a:gd name="adj2" fmla="val 50000"/>
                </a:avLst>
              </a:prstGeom>
              <a:solidFill>
                <a:srgbClr val="FF9900"/>
              </a:solidFill>
              <a:ln w="3950" cap="flat" cmpd="sng">
                <a:solidFill>
                  <a:srgbClr val="1F497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37850" tIns="37850" rIns="37850" bIns="378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607"/>
                  <a:buFont typeface="Arial"/>
                  <a:buNone/>
                </a:pPr>
                <a:endParaRPr sz="60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5" name="Google Shape;1055;p67"/>
              <p:cNvSpPr txBox="1"/>
              <p:nvPr/>
            </p:nvSpPr>
            <p:spPr>
              <a:xfrm>
                <a:off x="5290199" y="4499733"/>
                <a:ext cx="1845900" cy="63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7850" tIns="37850" rIns="37850" bIns="3785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14"/>
                  <a:buFont typeface="Arial"/>
                  <a:buNone/>
                </a:pPr>
                <a:r>
                  <a:rPr lang="en-US" sz="1214" b="0" i="0" u="none" strike="noStrike" cap="none">
                    <a:solidFill>
                      <a:srgbClr val="4FB043"/>
                    </a:solidFill>
                    <a:latin typeface="Arial"/>
                    <a:ea typeface="Arial"/>
                    <a:cs typeface="Arial"/>
                    <a:sym typeface="Arial"/>
                  </a:rPr>
                  <a:t>recovery</a:t>
                </a:r>
                <a:endParaRPr sz="1214" b="0" i="0" u="none" strike="noStrike" cap="none">
                  <a:solidFill>
                    <a:srgbClr val="4FB043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6" name="Google Shape;1056;p67"/>
              <p:cNvSpPr txBox="1"/>
              <p:nvPr/>
            </p:nvSpPr>
            <p:spPr>
              <a:xfrm>
                <a:off x="4997275" y="1111375"/>
                <a:ext cx="2432400" cy="63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7850" tIns="37850" rIns="37850" bIns="3785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14"/>
                  <a:buFont typeface="Arial"/>
                  <a:buNone/>
                </a:pPr>
                <a:r>
                  <a:rPr lang="en-US" sz="1214" b="0" i="0" u="none" strike="noStrike" cap="none">
                    <a:solidFill>
                      <a:srgbClr val="FF9900"/>
                    </a:solidFill>
                    <a:latin typeface="Arial"/>
                    <a:ea typeface="Arial"/>
                    <a:cs typeface="Arial"/>
                    <a:sym typeface="Arial"/>
                  </a:rPr>
                  <a:t>transmission</a:t>
                </a:r>
                <a:endParaRPr sz="1214" b="0" i="0" u="none" strike="noStrike" cap="none">
                  <a:solidFill>
                    <a:srgbClr val="FF99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7" name="Google Shape;1057;p67"/>
              <p:cNvSpPr/>
              <p:nvPr/>
            </p:nvSpPr>
            <p:spPr>
              <a:xfrm flipH="1">
                <a:off x="6096000" y="1807550"/>
                <a:ext cx="2736900" cy="631200"/>
              </a:xfrm>
              <a:prstGeom prst="uturnArrow">
                <a:avLst>
                  <a:gd name="adj1" fmla="val 25000"/>
                  <a:gd name="adj2" fmla="val 25000"/>
                  <a:gd name="adj3" fmla="val 25000"/>
                  <a:gd name="adj4" fmla="val 43750"/>
                  <a:gd name="adj5" fmla="val 75000"/>
                </a:avLst>
              </a:prstGeom>
              <a:solidFill>
                <a:srgbClr val="FF9900"/>
              </a:solidFill>
              <a:ln w="3950" cap="flat" cmpd="sng">
                <a:solidFill>
                  <a:srgbClr val="1F497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37850" tIns="37850" rIns="37850" bIns="378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607"/>
                  <a:buFont typeface="Arial"/>
                  <a:buNone/>
                </a:pPr>
                <a:endParaRPr sz="60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58" name="Google Shape;1058;p67"/>
            <p:cNvSpPr txBox="1"/>
            <p:nvPr/>
          </p:nvSpPr>
          <p:spPr>
            <a:xfrm>
              <a:off x="4685875" y="5480250"/>
              <a:ext cx="3055200" cy="90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7850" tIns="37850" rIns="37850" bIns="3785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32"/>
                <a:buFont typeface="Arial"/>
                <a:buNone/>
              </a:pPr>
              <a:r>
                <a:rPr lang="en-US" sz="1931" b="0" i="1" u="none" strike="noStrike" cap="none">
                  <a:solidFill>
                    <a:srgbClr val="4F81BD"/>
                  </a:solidFill>
                  <a:latin typeface="Arial"/>
                  <a:ea typeface="Arial"/>
                  <a:cs typeface="Arial"/>
                  <a:sym typeface="Arial"/>
                </a:rPr>
                <a:t>SIS model</a:t>
              </a:r>
              <a:endParaRPr sz="1931" b="0" i="1" u="none" strike="noStrike" cap="none">
                <a:solidFill>
                  <a:srgbClr val="4F81B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59" name="Google Shape;1059;p67"/>
          <p:cNvGrpSpPr/>
          <p:nvPr/>
        </p:nvGrpSpPr>
        <p:grpSpPr>
          <a:xfrm>
            <a:off x="4884871" y="3335597"/>
            <a:ext cx="4567579" cy="2182545"/>
            <a:chOff x="513325" y="1111375"/>
            <a:chExt cx="11032800" cy="5271848"/>
          </a:xfrm>
        </p:grpSpPr>
        <p:grpSp>
          <p:nvGrpSpPr>
            <p:cNvPr id="1060" name="Google Shape;1060;p67"/>
            <p:cNvGrpSpPr/>
            <p:nvPr/>
          </p:nvGrpSpPr>
          <p:grpSpPr>
            <a:xfrm>
              <a:off x="513325" y="1111375"/>
              <a:ext cx="11032800" cy="4024353"/>
              <a:chOff x="513325" y="1111375"/>
              <a:chExt cx="11032800" cy="4024353"/>
            </a:xfrm>
          </p:grpSpPr>
          <p:sp>
            <p:nvSpPr>
              <p:cNvPr id="1061" name="Google Shape;1061;p67"/>
              <p:cNvSpPr/>
              <p:nvPr/>
            </p:nvSpPr>
            <p:spPr>
              <a:xfrm>
                <a:off x="513325" y="2629350"/>
                <a:ext cx="4735800" cy="1774500"/>
              </a:xfrm>
              <a:prstGeom prst="roundRect">
                <a:avLst>
                  <a:gd name="adj" fmla="val 16667"/>
                </a:avLst>
              </a:prstGeom>
              <a:noFill/>
              <a:ln w="63075" cap="flat" cmpd="sng">
                <a:solidFill>
                  <a:srgbClr val="95C0D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37850" tIns="37850" rIns="37850" bIns="378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607"/>
                  <a:buFont typeface="Arial"/>
                  <a:buNone/>
                </a:pPr>
                <a:endParaRPr sz="60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2" name="Google Shape;1062;p67"/>
              <p:cNvSpPr/>
              <p:nvPr/>
            </p:nvSpPr>
            <p:spPr>
              <a:xfrm>
                <a:off x="7025425" y="2629350"/>
                <a:ext cx="4520700" cy="1774500"/>
              </a:xfrm>
              <a:prstGeom prst="roundRect">
                <a:avLst>
                  <a:gd name="adj" fmla="val 16667"/>
                </a:avLst>
              </a:prstGeom>
              <a:noFill/>
              <a:ln w="63075" cap="flat" cmpd="sng">
                <a:solidFill>
                  <a:srgbClr val="E97F77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37850" tIns="37850" rIns="37850" bIns="378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607"/>
                  <a:buFont typeface="Arial"/>
                  <a:buNone/>
                </a:pPr>
                <a:endParaRPr sz="60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3" name="Google Shape;1063;p67"/>
              <p:cNvSpPr txBox="1"/>
              <p:nvPr/>
            </p:nvSpPr>
            <p:spPr>
              <a:xfrm>
                <a:off x="741925" y="2898325"/>
                <a:ext cx="4230600" cy="1114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7850" tIns="37850" rIns="37850" bIns="3785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539"/>
                  <a:buFont typeface="Arial"/>
                  <a:buNone/>
                </a:pPr>
                <a:r>
                  <a:rPr lang="en-US" sz="2500" b="0" i="0" u="none" strike="noStrike" cap="none">
                    <a:solidFill>
                      <a:srgbClr val="4F81BD"/>
                    </a:solidFill>
                    <a:latin typeface="Arial"/>
                    <a:ea typeface="Arial"/>
                    <a:cs typeface="Arial"/>
                    <a:sym typeface="Arial"/>
                  </a:rPr>
                  <a:t>susceptible</a:t>
                </a:r>
                <a:r>
                  <a:rPr lang="en-US" sz="2500">
                    <a:solidFill>
                      <a:srgbClr val="4F81BD"/>
                    </a:solidFill>
                  </a:rPr>
                  <a:t> </a:t>
                </a:r>
                <a:endParaRPr sz="2500" i="1">
                  <a:solidFill>
                    <a:srgbClr val="4F81BD"/>
                  </a:solidFill>
                </a:endParaRPr>
              </a:p>
            </p:txBody>
          </p:sp>
          <p:sp>
            <p:nvSpPr>
              <p:cNvPr id="1064" name="Google Shape;1064;p67"/>
              <p:cNvSpPr txBox="1"/>
              <p:nvPr/>
            </p:nvSpPr>
            <p:spPr>
              <a:xfrm>
                <a:off x="7170475" y="2878650"/>
                <a:ext cx="4230600" cy="1114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7850" tIns="37850" rIns="37850" bIns="3785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539"/>
                  <a:buFont typeface="Arial"/>
                  <a:buNone/>
                </a:pPr>
                <a:r>
                  <a:rPr lang="en-US" sz="2500" b="0" i="0" u="none" strike="noStrike" cap="none">
                    <a:solidFill>
                      <a:srgbClr val="4F81BD"/>
                    </a:solidFill>
                    <a:latin typeface="Arial"/>
                    <a:ea typeface="Arial"/>
                    <a:cs typeface="Arial"/>
                    <a:sym typeface="Arial"/>
                  </a:rPr>
                  <a:t>infectious</a:t>
                </a:r>
                <a:endParaRPr sz="1738" b="0" i="1" u="none" strike="noStrike" cap="none">
                  <a:solidFill>
                    <a:srgbClr val="4F81B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5" name="Google Shape;1065;p67"/>
              <p:cNvSpPr/>
              <p:nvPr/>
            </p:nvSpPr>
            <p:spPr>
              <a:xfrm flipH="1">
                <a:off x="5534875" y="3945625"/>
                <a:ext cx="1204800" cy="554100"/>
              </a:xfrm>
              <a:prstGeom prst="rightArrow">
                <a:avLst>
                  <a:gd name="adj1" fmla="val 50000"/>
                  <a:gd name="adj2" fmla="val 50000"/>
                </a:avLst>
              </a:prstGeom>
              <a:solidFill>
                <a:srgbClr val="4FB043"/>
              </a:solidFill>
              <a:ln w="3950" cap="flat" cmpd="sng">
                <a:solidFill>
                  <a:srgbClr val="1F497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37850" tIns="37850" rIns="37850" bIns="378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607"/>
                  <a:buFont typeface="Arial"/>
                  <a:buNone/>
                </a:pPr>
                <a:endParaRPr sz="60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6" name="Google Shape;1066;p67"/>
              <p:cNvSpPr/>
              <p:nvPr/>
            </p:nvSpPr>
            <p:spPr>
              <a:xfrm rot="10800000" flipH="1">
                <a:off x="5611099" y="2887036"/>
                <a:ext cx="1204800" cy="296400"/>
              </a:xfrm>
              <a:prstGeom prst="rightArrow">
                <a:avLst>
                  <a:gd name="adj1" fmla="val 50000"/>
                  <a:gd name="adj2" fmla="val 50000"/>
                </a:avLst>
              </a:prstGeom>
              <a:solidFill>
                <a:srgbClr val="FF9900"/>
              </a:solidFill>
              <a:ln w="3950" cap="flat" cmpd="sng">
                <a:solidFill>
                  <a:srgbClr val="1F497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37850" tIns="37850" rIns="37850" bIns="378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607"/>
                  <a:buFont typeface="Arial"/>
                  <a:buNone/>
                </a:pPr>
                <a:endParaRPr sz="60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7" name="Google Shape;1067;p67"/>
              <p:cNvSpPr txBox="1"/>
              <p:nvPr/>
            </p:nvSpPr>
            <p:spPr>
              <a:xfrm>
                <a:off x="4703672" y="4499728"/>
                <a:ext cx="3037200" cy="636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7850" tIns="37850" rIns="37850" bIns="3785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14"/>
                  <a:buFont typeface="Arial"/>
                  <a:buNone/>
                </a:pPr>
                <a:r>
                  <a:rPr lang="en-US" sz="1214">
                    <a:solidFill>
                      <a:srgbClr val="4FB043"/>
                    </a:solidFill>
                  </a:rPr>
                  <a:t>natural </a:t>
                </a:r>
                <a:r>
                  <a:rPr lang="en-US" sz="1214" b="0" i="0" u="none" strike="noStrike" cap="none">
                    <a:solidFill>
                      <a:srgbClr val="4FB043"/>
                    </a:solidFill>
                    <a:latin typeface="Arial"/>
                    <a:ea typeface="Arial"/>
                    <a:cs typeface="Arial"/>
                    <a:sym typeface="Arial"/>
                  </a:rPr>
                  <a:t>recovery</a:t>
                </a:r>
                <a:endParaRPr sz="1214" b="0" i="0" u="none" strike="noStrike" cap="none">
                  <a:solidFill>
                    <a:srgbClr val="4FB043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8" name="Google Shape;1068;p67"/>
              <p:cNvSpPr txBox="1"/>
              <p:nvPr/>
            </p:nvSpPr>
            <p:spPr>
              <a:xfrm>
                <a:off x="4997275" y="1111375"/>
                <a:ext cx="2432400" cy="63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7850" tIns="37850" rIns="37850" bIns="3785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14"/>
                  <a:buFont typeface="Arial"/>
                  <a:buNone/>
                </a:pPr>
                <a:r>
                  <a:rPr lang="en-US" sz="1214" b="0" i="0" u="none" strike="noStrike" cap="none">
                    <a:solidFill>
                      <a:srgbClr val="FF9900"/>
                    </a:solidFill>
                    <a:latin typeface="Arial"/>
                    <a:ea typeface="Arial"/>
                    <a:cs typeface="Arial"/>
                    <a:sym typeface="Arial"/>
                  </a:rPr>
                  <a:t>transmission</a:t>
                </a:r>
                <a:endParaRPr sz="1214" b="0" i="0" u="none" strike="noStrike" cap="none">
                  <a:solidFill>
                    <a:srgbClr val="FF99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9" name="Google Shape;1069;p67"/>
              <p:cNvSpPr/>
              <p:nvPr/>
            </p:nvSpPr>
            <p:spPr>
              <a:xfrm flipH="1">
                <a:off x="6096000" y="1807550"/>
                <a:ext cx="2736900" cy="631200"/>
              </a:xfrm>
              <a:prstGeom prst="uturnArrow">
                <a:avLst>
                  <a:gd name="adj1" fmla="val 25000"/>
                  <a:gd name="adj2" fmla="val 25000"/>
                  <a:gd name="adj3" fmla="val 25000"/>
                  <a:gd name="adj4" fmla="val 43750"/>
                  <a:gd name="adj5" fmla="val 75000"/>
                </a:avLst>
              </a:prstGeom>
              <a:solidFill>
                <a:srgbClr val="FF9900"/>
              </a:solidFill>
              <a:ln w="3950" cap="flat" cmpd="sng">
                <a:solidFill>
                  <a:srgbClr val="1F497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37850" tIns="37850" rIns="37850" bIns="378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607"/>
                  <a:buFont typeface="Arial"/>
                  <a:buNone/>
                </a:pPr>
                <a:endParaRPr sz="60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70" name="Google Shape;1070;p67"/>
            <p:cNvSpPr txBox="1"/>
            <p:nvPr/>
          </p:nvSpPr>
          <p:spPr>
            <a:xfrm>
              <a:off x="3788206" y="5480223"/>
              <a:ext cx="3952800" cy="90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7850" tIns="37850" rIns="37850" bIns="3785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32"/>
                <a:buFont typeface="Arial"/>
                <a:buNone/>
              </a:pPr>
              <a:r>
                <a:rPr lang="en-US" sz="1931" b="0" i="1" u="none" strike="noStrike" cap="none">
                  <a:solidFill>
                    <a:srgbClr val="4F81BD"/>
                  </a:solidFill>
                  <a:latin typeface="Arial"/>
                  <a:ea typeface="Arial"/>
                  <a:cs typeface="Arial"/>
                  <a:sym typeface="Arial"/>
                </a:rPr>
                <a:t>SITS model</a:t>
              </a:r>
              <a:endParaRPr sz="1931" b="0" i="1" u="none" strike="noStrike" cap="none">
                <a:solidFill>
                  <a:srgbClr val="4F81B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71" name="Google Shape;1071;p67"/>
          <p:cNvSpPr txBox="1">
            <a:spLocks noGrp="1"/>
          </p:cNvSpPr>
          <p:nvPr>
            <p:ph type="sldNum" idx="12"/>
          </p:nvPr>
        </p:nvSpPr>
        <p:spPr>
          <a:xfrm>
            <a:off x="10959942" y="6287239"/>
            <a:ext cx="548400" cy="366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  <p:sp>
        <p:nvSpPr>
          <p:cNvPr id="1072" name="Google Shape;1072;p67"/>
          <p:cNvSpPr txBox="1">
            <a:spLocks noGrp="1"/>
          </p:cNvSpPr>
          <p:nvPr>
            <p:ph type="title"/>
          </p:nvPr>
        </p:nvSpPr>
        <p:spPr>
          <a:xfrm>
            <a:off x="675224" y="366175"/>
            <a:ext cx="3279600" cy="758700"/>
          </a:xfrm>
          <a:prstGeom prst="rect">
            <a:avLst/>
          </a:prstGeom>
        </p:spPr>
        <p:txBody>
          <a:bodyPr spcFirstLastPara="1" wrap="square" lIns="0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SITS modeling</a:t>
            </a:r>
            <a:endParaRPr/>
          </a:p>
        </p:txBody>
      </p:sp>
      <p:grpSp>
        <p:nvGrpSpPr>
          <p:cNvPr id="1073" name="Google Shape;1073;p67"/>
          <p:cNvGrpSpPr/>
          <p:nvPr/>
        </p:nvGrpSpPr>
        <p:grpSpPr>
          <a:xfrm>
            <a:off x="4813121" y="654388"/>
            <a:ext cx="4567579" cy="1377866"/>
            <a:chOff x="513325" y="1807550"/>
            <a:chExt cx="11032800" cy="3328178"/>
          </a:xfrm>
        </p:grpSpPr>
        <p:sp>
          <p:nvSpPr>
            <p:cNvPr id="1074" name="Google Shape;1074;p67"/>
            <p:cNvSpPr/>
            <p:nvPr/>
          </p:nvSpPr>
          <p:spPr>
            <a:xfrm>
              <a:off x="513325" y="2629350"/>
              <a:ext cx="4735800" cy="1774500"/>
            </a:xfrm>
            <a:prstGeom prst="roundRect">
              <a:avLst>
                <a:gd name="adj" fmla="val 16667"/>
              </a:avLst>
            </a:prstGeom>
            <a:noFill/>
            <a:ln w="63075" cap="flat" cmpd="sng">
              <a:solidFill>
                <a:srgbClr val="95C0D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37850" tIns="37850" rIns="37850" bIns="378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7"/>
                <a:buFont typeface="Arial"/>
                <a:buNone/>
              </a:pPr>
              <a:endParaRPr sz="60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5" name="Google Shape;1075;p67"/>
            <p:cNvSpPr/>
            <p:nvPr/>
          </p:nvSpPr>
          <p:spPr>
            <a:xfrm>
              <a:off x="7025425" y="2629350"/>
              <a:ext cx="4520700" cy="1774500"/>
            </a:xfrm>
            <a:prstGeom prst="roundRect">
              <a:avLst>
                <a:gd name="adj" fmla="val 16667"/>
              </a:avLst>
            </a:prstGeom>
            <a:noFill/>
            <a:ln w="63075" cap="flat" cmpd="sng">
              <a:solidFill>
                <a:srgbClr val="E97F7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37850" tIns="37850" rIns="37850" bIns="378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7"/>
                <a:buFont typeface="Arial"/>
                <a:buNone/>
              </a:pPr>
              <a:endParaRPr sz="60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6" name="Google Shape;1076;p67"/>
            <p:cNvSpPr txBox="1"/>
            <p:nvPr/>
          </p:nvSpPr>
          <p:spPr>
            <a:xfrm>
              <a:off x="741925" y="2898325"/>
              <a:ext cx="4230600" cy="1114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7850" tIns="37850" rIns="37850" bIns="3785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39"/>
                <a:buFont typeface="Arial"/>
                <a:buNone/>
              </a:pPr>
              <a:r>
                <a:rPr lang="en-US" sz="2500" b="0" i="0" u="none" strike="noStrike" cap="none">
                  <a:solidFill>
                    <a:srgbClr val="4F81BD"/>
                  </a:solidFill>
                  <a:latin typeface="Arial"/>
                  <a:ea typeface="Arial"/>
                  <a:cs typeface="Arial"/>
                  <a:sym typeface="Arial"/>
                </a:rPr>
                <a:t>susceptible</a:t>
              </a:r>
              <a:r>
                <a:rPr lang="en-US" sz="2500">
                  <a:solidFill>
                    <a:srgbClr val="4F81BD"/>
                  </a:solidFill>
                </a:rPr>
                <a:t> </a:t>
              </a:r>
              <a:endParaRPr sz="1738" i="1">
                <a:solidFill>
                  <a:srgbClr val="4F81BD"/>
                </a:solidFill>
              </a:endParaRPr>
            </a:p>
          </p:txBody>
        </p:sp>
        <p:sp>
          <p:nvSpPr>
            <p:cNvPr id="1077" name="Google Shape;1077;p67"/>
            <p:cNvSpPr txBox="1"/>
            <p:nvPr/>
          </p:nvSpPr>
          <p:spPr>
            <a:xfrm>
              <a:off x="7170475" y="2878650"/>
              <a:ext cx="4230600" cy="1114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7850" tIns="37850" rIns="37850" bIns="3785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39"/>
                <a:buFont typeface="Arial"/>
                <a:buNone/>
              </a:pPr>
              <a:r>
                <a:rPr lang="en-US" sz="2500" b="0" i="0" u="none" strike="noStrike" cap="none">
                  <a:solidFill>
                    <a:srgbClr val="4F81BD"/>
                  </a:solidFill>
                  <a:latin typeface="Arial"/>
                  <a:ea typeface="Arial"/>
                  <a:cs typeface="Arial"/>
                  <a:sym typeface="Arial"/>
                </a:rPr>
                <a:t>infectious</a:t>
              </a:r>
              <a:endParaRPr sz="2500" i="1">
                <a:solidFill>
                  <a:srgbClr val="4F81BD"/>
                </a:solidFill>
              </a:endParaRPr>
            </a:p>
          </p:txBody>
        </p:sp>
        <p:sp>
          <p:nvSpPr>
            <p:cNvPr id="1078" name="Google Shape;1078;p67"/>
            <p:cNvSpPr/>
            <p:nvPr/>
          </p:nvSpPr>
          <p:spPr>
            <a:xfrm flipH="1">
              <a:off x="5534875" y="3945625"/>
              <a:ext cx="1204800" cy="55410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4FB043"/>
            </a:solidFill>
            <a:ln w="3950" cap="flat" cmpd="sng">
              <a:solidFill>
                <a:srgbClr val="1F497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37850" tIns="37850" rIns="37850" bIns="378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7"/>
                <a:buFont typeface="Arial"/>
                <a:buNone/>
              </a:pPr>
              <a:endParaRPr sz="60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9" name="Google Shape;1079;p67"/>
            <p:cNvSpPr/>
            <p:nvPr/>
          </p:nvSpPr>
          <p:spPr>
            <a:xfrm rot="10800000" flipH="1">
              <a:off x="5611075" y="2629350"/>
              <a:ext cx="1204800" cy="55410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FF9900"/>
            </a:solidFill>
            <a:ln w="3950" cap="flat" cmpd="sng">
              <a:solidFill>
                <a:srgbClr val="1F497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37850" tIns="37850" rIns="37850" bIns="378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7"/>
                <a:buFont typeface="Arial"/>
                <a:buNone/>
              </a:pPr>
              <a:endParaRPr sz="60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0" name="Google Shape;1080;p67"/>
            <p:cNvSpPr txBox="1"/>
            <p:nvPr/>
          </p:nvSpPr>
          <p:spPr>
            <a:xfrm>
              <a:off x="4287730" y="4499728"/>
              <a:ext cx="4735800" cy="636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7850" tIns="37850" rIns="37850" bIns="3785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14"/>
                <a:buFont typeface="Arial"/>
                <a:buNone/>
              </a:pPr>
              <a:r>
                <a:rPr lang="en-US" sz="1214">
                  <a:solidFill>
                    <a:srgbClr val="4FB043"/>
                  </a:solidFill>
                </a:rPr>
                <a:t>natural </a:t>
              </a:r>
              <a:r>
                <a:rPr lang="en-US" sz="1214" b="0" i="0" u="none" strike="noStrike" cap="none">
                  <a:solidFill>
                    <a:srgbClr val="4FB043"/>
                  </a:solidFill>
                  <a:latin typeface="Arial"/>
                  <a:ea typeface="Arial"/>
                  <a:cs typeface="Arial"/>
                  <a:sym typeface="Arial"/>
                </a:rPr>
                <a:t>recovery rate</a:t>
              </a:r>
              <a:endParaRPr sz="1214" b="0" i="0" u="none" strike="noStrike" cap="none">
                <a:solidFill>
                  <a:srgbClr val="4FB04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1" name="Google Shape;1081;p67"/>
            <p:cNvSpPr txBox="1"/>
            <p:nvPr/>
          </p:nvSpPr>
          <p:spPr>
            <a:xfrm>
              <a:off x="6400506" y="1897184"/>
              <a:ext cx="2432400" cy="63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7850" tIns="37850" rIns="37850" bIns="3785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14"/>
                <a:buFont typeface="Arial"/>
                <a:buNone/>
              </a:pPr>
              <a:r>
                <a:rPr lang="en-US" sz="1214" b="0" i="0" u="none" strike="noStrike" cap="none">
                  <a:solidFill>
                    <a:srgbClr val="FF9900"/>
                  </a:solidFill>
                  <a:latin typeface="Arial"/>
                  <a:ea typeface="Arial"/>
                  <a:cs typeface="Arial"/>
                  <a:sym typeface="Arial"/>
                </a:rPr>
                <a:t>transmission</a:t>
              </a:r>
              <a:endParaRPr sz="1214" b="0" i="0" u="none" strike="noStrike" cap="non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2" name="Google Shape;1082;p67"/>
            <p:cNvSpPr/>
            <p:nvPr/>
          </p:nvSpPr>
          <p:spPr>
            <a:xfrm flipH="1">
              <a:off x="6096000" y="1807550"/>
              <a:ext cx="2736900" cy="631200"/>
            </a:xfrm>
            <a:prstGeom prst="uturnArrow">
              <a:avLst>
                <a:gd name="adj1" fmla="val 25000"/>
                <a:gd name="adj2" fmla="val 25000"/>
                <a:gd name="adj3" fmla="val 25000"/>
                <a:gd name="adj4" fmla="val 43750"/>
                <a:gd name="adj5" fmla="val 75000"/>
              </a:avLst>
            </a:prstGeom>
            <a:solidFill>
              <a:srgbClr val="FF9900"/>
            </a:solidFill>
            <a:ln w="3950" cap="flat" cmpd="sng">
              <a:solidFill>
                <a:srgbClr val="1F497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37850" tIns="37850" rIns="37850" bIns="378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7"/>
                <a:buFont typeface="Arial"/>
                <a:buNone/>
              </a:pPr>
              <a:endParaRPr sz="60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83" name="Google Shape;1083;p67"/>
          <p:cNvSpPr/>
          <p:nvPr/>
        </p:nvSpPr>
        <p:spPr>
          <a:xfrm rot="10800000" flipH="1">
            <a:off x="9501452" y="1349461"/>
            <a:ext cx="498900" cy="2295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3950" cap="flat" cmpd="sng">
            <a:solidFill>
              <a:srgbClr val="1F49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7850" tIns="37850" rIns="37850" bIns="378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7"/>
              <a:buFont typeface="Arial"/>
              <a:buNone/>
            </a:pPr>
            <a:endParaRPr sz="60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4" name="Google Shape;1084;p67"/>
          <p:cNvSpPr/>
          <p:nvPr/>
        </p:nvSpPr>
        <p:spPr>
          <a:xfrm>
            <a:off x="10121131" y="961813"/>
            <a:ext cx="1871700" cy="734700"/>
          </a:xfrm>
          <a:prstGeom prst="roundRect">
            <a:avLst>
              <a:gd name="adj" fmla="val 16667"/>
            </a:avLst>
          </a:prstGeom>
          <a:noFill/>
          <a:ln w="63075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7850" tIns="37850" rIns="37850" bIns="378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7"/>
              <a:buFont typeface="Arial"/>
              <a:buNone/>
            </a:pPr>
            <a:r>
              <a:rPr lang="en-US" sz="2500"/>
              <a:t>Treatment</a:t>
            </a:r>
            <a:endParaRPr sz="2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5" name="Google Shape;1085;p67"/>
          <p:cNvSpPr txBox="1"/>
          <p:nvPr/>
        </p:nvSpPr>
        <p:spPr>
          <a:xfrm>
            <a:off x="9380700" y="1696525"/>
            <a:ext cx="13320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850" tIns="37850" rIns="37850" bIns="378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14"/>
              <a:buFont typeface="Arial"/>
              <a:buNone/>
            </a:pPr>
            <a:r>
              <a:rPr lang="en-US" sz="1214">
                <a:solidFill>
                  <a:schemeClr val="dk1"/>
                </a:solidFill>
              </a:rPr>
              <a:t>treatment rate </a:t>
            </a:r>
            <a:endParaRPr sz="1214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6" name="Google Shape;1086;p67"/>
          <p:cNvSpPr txBox="1"/>
          <p:nvPr/>
        </p:nvSpPr>
        <p:spPr>
          <a:xfrm>
            <a:off x="4884875" y="100300"/>
            <a:ext cx="57084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1"/>
                </a:solidFill>
              </a:rPr>
              <a:t>treatment impacting infected individual</a:t>
            </a:r>
            <a:endParaRPr sz="2400">
              <a:solidFill>
                <a:schemeClr val="accent1"/>
              </a:solidFill>
            </a:endParaRPr>
          </a:p>
        </p:txBody>
      </p:sp>
      <p:sp>
        <p:nvSpPr>
          <p:cNvPr id="1087" name="Google Shape;1087;p67"/>
          <p:cNvSpPr txBox="1"/>
          <p:nvPr/>
        </p:nvSpPr>
        <p:spPr>
          <a:xfrm>
            <a:off x="4813125" y="2637925"/>
            <a:ext cx="6847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1"/>
                </a:solidFill>
              </a:rPr>
              <a:t>treatment is reducing the rate of transmission</a:t>
            </a:r>
            <a:endParaRPr sz="2400">
              <a:solidFill>
                <a:schemeClr val="accent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93" name="Google Shape;1093;p68"/>
          <p:cNvGrpSpPr/>
          <p:nvPr/>
        </p:nvGrpSpPr>
        <p:grpSpPr>
          <a:xfrm>
            <a:off x="45446" y="2017997"/>
            <a:ext cx="4567579" cy="2182556"/>
            <a:chOff x="513325" y="1111375"/>
            <a:chExt cx="11032800" cy="5271875"/>
          </a:xfrm>
        </p:grpSpPr>
        <p:grpSp>
          <p:nvGrpSpPr>
            <p:cNvPr id="1094" name="Google Shape;1094;p68"/>
            <p:cNvGrpSpPr/>
            <p:nvPr/>
          </p:nvGrpSpPr>
          <p:grpSpPr>
            <a:xfrm>
              <a:off x="513325" y="1111375"/>
              <a:ext cx="11032800" cy="4024658"/>
              <a:chOff x="513325" y="1111375"/>
              <a:chExt cx="11032800" cy="4024658"/>
            </a:xfrm>
          </p:grpSpPr>
          <p:sp>
            <p:nvSpPr>
              <p:cNvPr id="1095" name="Google Shape;1095;p68"/>
              <p:cNvSpPr/>
              <p:nvPr/>
            </p:nvSpPr>
            <p:spPr>
              <a:xfrm>
                <a:off x="513325" y="2629350"/>
                <a:ext cx="4735800" cy="1774500"/>
              </a:xfrm>
              <a:prstGeom prst="roundRect">
                <a:avLst>
                  <a:gd name="adj" fmla="val 16667"/>
                </a:avLst>
              </a:prstGeom>
              <a:noFill/>
              <a:ln w="63075" cap="flat" cmpd="sng">
                <a:solidFill>
                  <a:srgbClr val="95C0D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37850" tIns="37850" rIns="37850" bIns="378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607"/>
                  <a:buFont typeface="Arial"/>
                  <a:buNone/>
                </a:pPr>
                <a:endParaRPr sz="60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96" name="Google Shape;1096;p68"/>
              <p:cNvSpPr/>
              <p:nvPr/>
            </p:nvSpPr>
            <p:spPr>
              <a:xfrm>
                <a:off x="7025425" y="2629350"/>
                <a:ext cx="4520700" cy="1774500"/>
              </a:xfrm>
              <a:prstGeom prst="roundRect">
                <a:avLst>
                  <a:gd name="adj" fmla="val 16667"/>
                </a:avLst>
              </a:prstGeom>
              <a:noFill/>
              <a:ln w="63075" cap="flat" cmpd="sng">
                <a:solidFill>
                  <a:srgbClr val="E97F77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37850" tIns="37850" rIns="37850" bIns="378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607"/>
                  <a:buFont typeface="Arial"/>
                  <a:buNone/>
                </a:pPr>
                <a:endParaRPr sz="60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97" name="Google Shape;1097;p68"/>
              <p:cNvSpPr txBox="1"/>
              <p:nvPr/>
            </p:nvSpPr>
            <p:spPr>
              <a:xfrm>
                <a:off x="741925" y="2898325"/>
                <a:ext cx="4230600" cy="112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7850" tIns="37850" rIns="37850" bIns="3785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539"/>
                  <a:buFont typeface="Arial"/>
                  <a:buNone/>
                </a:pPr>
                <a:r>
                  <a:rPr lang="en-US" sz="2538" b="0" i="0" u="none" strike="noStrike" cap="none">
                    <a:solidFill>
                      <a:srgbClr val="4F81BD"/>
                    </a:solidFill>
                    <a:latin typeface="Arial"/>
                    <a:ea typeface="Arial"/>
                    <a:cs typeface="Arial"/>
                    <a:sym typeface="Arial"/>
                  </a:rPr>
                  <a:t>susceptible</a:t>
                </a:r>
                <a:endParaRPr sz="2538" b="0" i="0" u="none" strike="noStrike" cap="none">
                  <a:solidFill>
                    <a:srgbClr val="4F81B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98" name="Google Shape;1098;p68"/>
              <p:cNvSpPr txBox="1"/>
              <p:nvPr/>
            </p:nvSpPr>
            <p:spPr>
              <a:xfrm>
                <a:off x="7170475" y="2878650"/>
                <a:ext cx="4230600" cy="112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7850" tIns="37850" rIns="37850" bIns="3785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539"/>
                  <a:buFont typeface="Arial"/>
                  <a:buNone/>
                </a:pPr>
                <a:r>
                  <a:rPr lang="en-US" sz="2538" b="0" i="0" u="none" strike="noStrike" cap="none">
                    <a:solidFill>
                      <a:srgbClr val="4F81BD"/>
                    </a:solidFill>
                    <a:latin typeface="Arial"/>
                    <a:ea typeface="Arial"/>
                    <a:cs typeface="Arial"/>
                    <a:sym typeface="Arial"/>
                  </a:rPr>
                  <a:t>infectious</a:t>
                </a:r>
                <a:endParaRPr sz="2538" b="0" i="0" u="none" strike="noStrike" cap="none">
                  <a:solidFill>
                    <a:srgbClr val="4F81B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99" name="Google Shape;1099;p68"/>
              <p:cNvSpPr/>
              <p:nvPr/>
            </p:nvSpPr>
            <p:spPr>
              <a:xfrm flipH="1">
                <a:off x="5534875" y="3945625"/>
                <a:ext cx="1204800" cy="554100"/>
              </a:xfrm>
              <a:prstGeom prst="rightArrow">
                <a:avLst>
                  <a:gd name="adj1" fmla="val 50000"/>
                  <a:gd name="adj2" fmla="val 50000"/>
                </a:avLst>
              </a:prstGeom>
              <a:solidFill>
                <a:srgbClr val="4FB043"/>
              </a:solidFill>
              <a:ln w="3950" cap="flat" cmpd="sng">
                <a:solidFill>
                  <a:srgbClr val="1F497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37850" tIns="37850" rIns="37850" bIns="378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607"/>
                  <a:buFont typeface="Arial"/>
                  <a:buNone/>
                </a:pPr>
                <a:endParaRPr sz="60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00" name="Google Shape;1100;p68"/>
              <p:cNvSpPr/>
              <p:nvPr/>
            </p:nvSpPr>
            <p:spPr>
              <a:xfrm rot="10800000" flipH="1">
                <a:off x="5611075" y="2629350"/>
                <a:ext cx="1204800" cy="554100"/>
              </a:xfrm>
              <a:prstGeom prst="rightArrow">
                <a:avLst>
                  <a:gd name="adj1" fmla="val 50000"/>
                  <a:gd name="adj2" fmla="val 50000"/>
                </a:avLst>
              </a:prstGeom>
              <a:solidFill>
                <a:srgbClr val="FF9900"/>
              </a:solidFill>
              <a:ln w="3950" cap="flat" cmpd="sng">
                <a:solidFill>
                  <a:srgbClr val="1F497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37850" tIns="37850" rIns="37850" bIns="378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607"/>
                  <a:buFont typeface="Arial"/>
                  <a:buNone/>
                </a:pPr>
                <a:endParaRPr sz="60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01" name="Google Shape;1101;p68"/>
              <p:cNvSpPr txBox="1"/>
              <p:nvPr/>
            </p:nvSpPr>
            <p:spPr>
              <a:xfrm>
                <a:off x="5290199" y="4499733"/>
                <a:ext cx="1845900" cy="63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7850" tIns="37850" rIns="37850" bIns="3785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14"/>
                  <a:buFont typeface="Arial"/>
                  <a:buNone/>
                </a:pPr>
                <a:r>
                  <a:rPr lang="en-US" sz="1214" b="0" i="0" u="none" strike="noStrike" cap="none">
                    <a:solidFill>
                      <a:srgbClr val="4FB043"/>
                    </a:solidFill>
                    <a:latin typeface="Arial"/>
                    <a:ea typeface="Arial"/>
                    <a:cs typeface="Arial"/>
                    <a:sym typeface="Arial"/>
                  </a:rPr>
                  <a:t>recovery</a:t>
                </a:r>
                <a:endParaRPr sz="1214" b="0" i="0" u="none" strike="noStrike" cap="none">
                  <a:solidFill>
                    <a:srgbClr val="4FB043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02" name="Google Shape;1102;p68"/>
              <p:cNvSpPr txBox="1"/>
              <p:nvPr/>
            </p:nvSpPr>
            <p:spPr>
              <a:xfrm>
                <a:off x="4997275" y="1111375"/>
                <a:ext cx="2432400" cy="63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7850" tIns="37850" rIns="37850" bIns="3785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14"/>
                  <a:buFont typeface="Arial"/>
                  <a:buNone/>
                </a:pPr>
                <a:r>
                  <a:rPr lang="en-US" sz="1214" b="0" i="0" u="none" strike="noStrike" cap="none">
                    <a:solidFill>
                      <a:srgbClr val="FF9900"/>
                    </a:solidFill>
                    <a:latin typeface="Arial"/>
                    <a:ea typeface="Arial"/>
                    <a:cs typeface="Arial"/>
                    <a:sym typeface="Arial"/>
                  </a:rPr>
                  <a:t>transmission</a:t>
                </a:r>
                <a:endParaRPr sz="1214" b="0" i="0" u="none" strike="noStrike" cap="none">
                  <a:solidFill>
                    <a:srgbClr val="FF99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03" name="Google Shape;1103;p68"/>
              <p:cNvSpPr/>
              <p:nvPr/>
            </p:nvSpPr>
            <p:spPr>
              <a:xfrm flipH="1">
                <a:off x="6096000" y="1807550"/>
                <a:ext cx="2736900" cy="631200"/>
              </a:xfrm>
              <a:prstGeom prst="uturnArrow">
                <a:avLst>
                  <a:gd name="adj1" fmla="val 25000"/>
                  <a:gd name="adj2" fmla="val 25000"/>
                  <a:gd name="adj3" fmla="val 25000"/>
                  <a:gd name="adj4" fmla="val 43750"/>
                  <a:gd name="adj5" fmla="val 75000"/>
                </a:avLst>
              </a:prstGeom>
              <a:solidFill>
                <a:srgbClr val="FF9900"/>
              </a:solidFill>
              <a:ln w="3950" cap="flat" cmpd="sng">
                <a:solidFill>
                  <a:srgbClr val="1F497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37850" tIns="37850" rIns="37850" bIns="378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607"/>
                  <a:buFont typeface="Arial"/>
                  <a:buNone/>
                </a:pPr>
                <a:endParaRPr sz="60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104" name="Google Shape;1104;p68"/>
            <p:cNvSpPr txBox="1"/>
            <p:nvPr/>
          </p:nvSpPr>
          <p:spPr>
            <a:xfrm>
              <a:off x="4685875" y="5480250"/>
              <a:ext cx="3055200" cy="90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7850" tIns="37850" rIns="37850" bIns="3785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32"/>
                <a:buFont typeface="Arial"/>
                <a:buNone/>
              </a:pPr>
              <a:r>
                <a:rPr lang="en-US" sz="1931" b="0" i="1" u="none" strike="noStrike" cap="none">
                  <a:solidFill>
                    <a:srgbClr val="4F81BD"/>
                  </a:solidFill>
                  <a:latin typeface="Arial"/>
                  <a:ea typeface="Arial"/>
                  <a:cs typeface="Arial"/>
                  <a:sym typeface="Arial"/>
                </a:rPr>
                <a:t>SIS model</a:t>
              </a:r>
              <a:endParaRPr sz="1931" b="0" i="1" u="none" strike="noStrike" cap="none">
                <a:solidFill>
                  <a:srgbClr val="4F81B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05" name="Google Shape;1105;p68"/>
          <p:cNvGrpSpPr/>
          <p:nvPr/>
        </p:nvGrpSpPr>
        <p:grpSpPr>
          <a:xfrm>
            <a:off x="6119521" y="3142372"/>
            <a:ext cx="4567579" cy="2182545"/>
            <a:chOff x="513325" y="1111375"/>
            <a:chExt cx="11032800" cy="5271848"/>
          </a:xfrm>
        </p:grpSpPr>
        <p:grpSp>
          <p:nvGrpSpPr>
            <p:cNvPr id="1106" name="Google Shape;1106;p68"/>
            <p:cNvGrpSpPr/>
            <p:nvPr/>
          </p:nvGrpSpPr>
          <p:grpSpPr>
            <a:xfrm>
              <a:off x="513325" y="1111375"/>
              <a:ext cx="11032800" cy="4024353"/>
              <a:chOff x="513325" y="1111375"/>
              <a:chExt cx="11032800" cy="4024353"/>
            </a:xfrm>
          </p:grpSpPr>
          <p:sp>
            <p:nvSpPr>
              <p:cNvPr id="1107" name="Google Shape;1107;p68"/>
              <p:cNvSpPr/>
              <p:nvPr/>
            </p:nvSpPr>
            <p:spPr>
              <a:xfrm>
                <a:off x="513325" y="2629350"/>
                <a:ext cx="4735800" cy="1774500"/>
              </a:xfrm>
              <a:prstGeom prst="roundRect">
                <a:avLst>
                  <a:gd name="adj" fmla="val 16667"/>
                </a:avLst>
              </a:prstGeom>
              <a:noFill/>
              <a:ln w="63075" cap="flat" cmpd="sng">
                <a:solidFill>
                  <a:srgbClr val="95C0D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37850" tIns="37850" rIns="37850" bIns="378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607"/>
                  <a:buFont typeface="Arial"/>
                  <a:buNone/>
                </a:pPr>
                <a:endParaRPr sz="60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08" name="Google Shape;1108;p68"/>
              <p:cNvSpPr/>
              <p:nvPr/>
            </p:nvSpPr>
            <p:spPr>
              <a:xfrm>
                <a:off x="7025425" y="2629350"/>
                <a:ext cx="4520700" cy="1774500"/>
              </a:xfrm>
              <a:prstGeom prst="roundRect">
                <a:avLst>
                  <a:gd name="adj" fmla="val 16667"/>
                </a:avLst>
              </a:prstGeom>
              <a:noFill/>
              <a:ln w="63075" cap="flat" cmpd="sng">
                <a:solidFill>
                  <a:srgbClr val="E97F77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37850" tIns="37850" rIns="37850" bIns="378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607"/>
                  <a:buFont typeface="Arial"/>
                  <a:buNone/>
                </a:pPr>
                <a:endParaRPr sz="60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09" name="Google Shape;1109;p68"/>
              <p:cNvSpPr txBox="1"/>
              <p:nvPr/>
            </p:nvSpPr>
            <p:spPr>
              <a:xfrm>
                <a:off x="741925" y="2898325"/>
                <a:ext cx="4230600" cy="1114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7850" tIns="37850" rIns="37850" bIns="3785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539"/>
                  <a:buFont typeface="Arial"/>
                  <a:buNone/>
                </a:pPr>
                <a:r>
                  <a:rPr lang="en-US" sz="2500" b="0" i="0" u="none" strike="noStrike" cap="none">
                    <a:solidFill>
                      <a:srgbClr val="4F81BD"/>
                    </a:solidFill>
                    <a:latin typeface="Arial"/>
                    <a:ea typeface="Arial"/>
                    <a:cs typeface="Arial"/>
                    <a:sym typeface="Arial"/>
                  </a:rPr>
                  <a:t>susceptible</a:t>
                </a:r>
                <a:r>
                  <a:rPr lang="en-US" sz="2500">
                    <a:solidFill>
                      <a:srgbClr val="4F81BD"/>
                    </a:solidFill>
                  </a:rPr>
                  <a:t> </a:t>
                </a:r>
                <a:endParaRPr sz="2500" i="1">
                  <a:solidFill>
                    <a:srgbClr val="4F81BD"/>
                  </a:solidFill>
                </a:endParaRPr>
              </a:p>
            </p:txBody>
          </p:sp>
          <p:sp>
            <p:nvSpPr>
              <p:cNvPr id="1110" name="Google Shape;1110;p68"/>
              <p:cNvSpPr txBox="1"/>
              <p:nvPr/>
            </p:nvSpPr>
            <p:spPr>
              <a:xfrm>
                <a:off x="7170475" y="2878650"/>
                <a:ext cx="4230600" cy="1114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7850" tIns="37850" rIns="37850" bIns="3785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539"/>
                  <a:buFont typeface="Arial"/>
                  <a:buNone/>
                </a:pPr>
                <a:r>
                  <a:rPr lang="en-US" sz="2500" b="0" i="0" u="none" strike="noStrike" cap="none">
                    <a:solidFill>
                      <a:srgbClr val="4F81BD"/>
                    </a:solidFill>
                    <a:latin typeface="Arial"/>
                    <a:ea typeface="Arial"/>
                    <a:cs typeface="Arial"/>
                    <a:sym typeface="Arial"/>
                  </a:rPr>
                  <a:t>infectious</a:t>
                </a:r>
                <a:endParaRPr sz="1738" b="0" i="1" u="none" strike="noStrike" cap="none">
                  <a:solidFill>
                    <a:srgbClr val="4F81B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1" name="Google Shape;1111;p68"/>
              <p:cNvSpPr/>
              <p:nvPr/>
            </p:nvSpPr>
            <p:spPr>
              <a:xfrm flipH="1">
                <a:off x="5534875" y="3945625"/>
                <a:ext cx="1204800" cy="554100"/>
              </a:xfrm>
              <a:prstGeom prst="rightArrow">
                <a:avLst>
                  <a:gd name="adj1" fmla="val 50000"/>
                  <a:gd name="adj2" fmla="val 50000"/>
                </a:avLst>
              </a:prstGeom>
              <a:solidFill>
                <a:srgbClr val="4FB043"/>
              </a:solidFill>
              <a:ln w="3950" cap="flat" cmpd="sng">
                <a:solidFill>
                  <a:srgbClr val="1F497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37850" tIns="37850" rIns="37850" bIns="378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607"/>
                  <a:buFont typeface="Arial"/>
                  <a:buNone/>
                </a:pPr>
                <a:endParaRPr sz="60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2" name="Google Shape;1112;p68"/>
              <p:cNvSpPr/>
              <p:nvPr/>
            </p:nvSpPr>
            <p:spPr>
              <a:xfrm rot="10800000" flipH="1">
                <a:off x="5611099" y="2887036"/>
                <a:ext cx="1204800" cy="296400"/>
              </a:xfrm>
              <a:prstGeom prst="rightArrow">
                <a:avLst>
                  <a:gd name="adj1" fmla="val 50000"/>
                  <a:gd name="adj2" fmla="val 50000"/>
                </a:avLst>
              </a:prstGeom>
              <a:solidFill>
                <a:srgbClr val="FF9900"/>
              </a:solidFill>
              <a:ln w="3950" cap="flat" cmpd="sng">
                <a:solidFill>
                  <a:srgbClr val="1F497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37850" tIns="37850" rIns="37850" bIns="378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607"/>
                  <a:buFont typeface="Arial"/>
                  <a:buNone/>
                </a:pPr>
                <a:endParaRPr sz="60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3" name="Google Shape;1113;p68"/>
              <p:cNvSpPr txBox="1"/>
              <p:nvPr/>
            </p:nvSpPr>
            <p:spPr>
              <a:xfrm>
                <a:off x="4703672" y="4499728"/>
                <a:ext cx="3037200" cy="636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7850" tIns="37850" rIns="37850" bIns="3785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14"/>
                  <a:buFont typeface="Arial"/>
                  <a:buNone/>
                </a:pPr>
                <a:r>
                  <a:rPr lang="en-US" sz="1214">
                    <a:solidFill>
                      <a:srgbClr val="4FB043"/>
                    </a:solidFill>
                  </a:rPr>
                  <a:t>natural </a:t>
                </a:r>
                <a:r>
                  <a:rPr lang="en-US" sz="1214" b="0" i="0" u="none" strike="noStrike" cap="none">
                    <a:solidFill>
                      <a:srgbClr val="4FB043"/>
                    </a:solidFill>
                    <a:latin typeface="Arial"/>
                    <a:ea typeface="Arial"/>
                    <a:cs typeface="Arial"/>
                    <a:sym typeface="Arial"/>
                  </a:rPr>
                  <a:t>recovery</a:t>
                </a:r>
                <a:endParaRPr sz="1214" b="0" i="0" u="none" strike="noStrike" cap="none">
                  <a:solidFill>
                    <a:srgbClr val="4FB043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4" name="Google Shape;1114;p68"/>
              <p:cNvSpPr txBox="1"/>
              <p:nvPr/>
            </p:nvSpPr>
            <p:spPr>
              <a:xfrm>
                <a:off x="4997275" y="1111375"/>
                <a:ext cx="2432400" cy="63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7850" tIns="37850" rIns="37850" bIns="3785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14"/>
                  <a:buFont typeface="Arial"/>
                  <a:buNone/>
                </a:pPr>
                <a:r>
                  <a:rPr lang="en-US" sz="1214" b="0" i="0" u="none" strike="noStrike" cap="none">
                    <a:solidFill>
                      <a:srgbClr val="FF9900"/>
                    </a:solidFill>
                    <a:latin typeface="Arial"/>
                    <a:ea typeface="Arial"/>
                    <a:cs typeface="Arial"/>
                    <a:sym typeface="Arial"/>
                  </a:rPr>
                  <a:t>transmission</a:t>
                </a:r>
                <a:endParaRPr sz="1214" b="0" i="0" u="none" strike="noStrike" cap="none">
                  <a:solidFill>
                    <a:srgbClr val="FF99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5" name="Google Shape;1115;p68"/>
              <p:cNvSpPr/>
              <p:nvPr/>
            </p:nvSpPr>
            <p:spPr>
              <a:xfrm flipH="1">
                <a:off x="6096000" y="1807550"/>
                <a:ext cx="2736900" cy="631200"/>
              </a:xfrm>
              <a:prstGeom prst="uturnArrow">
                <a:avLst>
                  <a:gd name="adj1" fmla="val 25000"/>
                  <a:gd name="adj2" fmla="val 25000"/>
                  <a:gd name="adj3" fmla="val 25000"/>
                  <a:gd name="adj4" fmla="val 43750"/>
                  <a:gd name="adj5" fmla="val 75000"/>
                </a:avLst>
              </a:prstGeom>
              <a:solidFill>
                <a:srgbClr val="FF9900"/>
              </a:solidFill>
              <a:ln w="3950" cap="flat" cmpd="sng">
                <a:solidFill>
                  <a:srgbClr val="1F497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37850" tIns="37850" rIns="37850" bIns="378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607"/>
                  <a:buFont typeface="Arial"/>
                  <a:buNone/>
                </a:pPr>
                <a:endParaRPr sz="60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116" name="Google Shape;1116;p68"/>
            <p:cNvSpPr txBox="1"/>
            <p:nvPr/>
          </p:nvSpPr>
          <p:spPr>
            <a:xfrm>
              <a:off x="3788206" y="5480223"/>
              <a:ext cx="3952800" cy="90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7850" tIns="37850" rIns="37850" bIns="3785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32"/>
                <a:buFont typeface="Arial"/>
                <a:buNone/>
              </a:pPr>
              <a:r>
                <a:rPr lang="en-US" sz="1931" b="0" i="1" u="none" strike="noStrike" cap="none">
                  <a:solidFill>
                    <a:srgbClr val="4F81BD"/>
                  </a:solidFill>
                  <a:latin typeface="Arial"/>
                  <a:ea typeface="Arial"/>
                  <a:cs typeface="Arial"/>
                  <a:sym typeface="Arial"/>
                </a:rPr>
                <a:t>SITS model</a:t>
              </a:r>
              <a:endParaRPr sz="1931" b="0" i="1" u="none" strike="noStrike" cap="none">
                <a:solidFill>
                  <a:srgbClr val="4F81B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17" name="Google Shape;1117;p68"/>
          <p:cNvSpPr txBox="1">
            <a:spLocks noGrp="1"/>
          </p:cNvSpPr>
          <p:nvPr>
            <p:ph type="sldNum" idx="12"/>
          </p:nvPr>
        </p:nvSpPr>
        <p:spPr>
          <a:xfrm>
            <a:off x="10959942" y="6287239"/>
            <a:ext cx="548400" cy="366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  <p:sp>
        <p:nvSpPr>
          <p:cNvPr id="1118" name="Google Shape;1118;p68"/>
          <p:cNvSpPr txBox="1">
            <a:spLocks noGrp="1"/>
          </p:cNvSpPr>
          <p:nvPr>
            <p:ph type="title"/>
          </p:nvPr>
        </p:nvSpPr>
        <p:spPr>
          <a:xfrm>
            <a:off x="675224" y="366175"/>
            <a:ext cx="3279600" cy="758700"/>
          </a:xfrm>
          <a:prstGeom prst="rect">
            <a:avLst/>
          </a:prstGeom>
        </p:spPr>
        <p:txBody>
          <a:bodyPr spcFirstLastPara="1" wrap="square" lIns="0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SITS modeling</a:t>
            </a:r>
            <a:endParaRPr/>
          </a:p>
        </p:txBody>
      </p:sp>
      <p:grpSp>
        <p:nvGrpSpPr>
          <p:cNvPr id="1119" name="Google Shape;1119;p68"/>
          <p:cNvGrpSpPr/>
          <p:nvPr/>
        </p:nvGrpSpPr>
        <p:grpSpPr>
          <a:xfrm>
            <a:off x="4813121" y="654388"/>
            <a:ext cx="4567579" cy="1377866"/>
            <a:chOff x="513325" y="1807550"/>
            <a:chExt cx="11032800" cy="3328178"/>
          </a:xfrm>
        </p:grpSpPr>
        <p:sp>
          <p:nvSpPr>
            <p:cNvPr id="1120" name="Google Shape;1120;p68"/>
            <p:cNvSpPr/>
            <p:nvPr/>
          </p:nvSpPr>
          <p:spPr>
            <a:xfrm>
              <a:off x="513325" y="2629350"/>
              <a:ext cx="4735800" cy="1774500"/>
            </a:xfrm>
            <a:prstGeom prst="roundRect">
              <a:avLst>
                <a:gd name="adj" fmla="val 16667"/>
              </a:avLst>
            </a:prstGeom>
            <a:noFill/>
            <a:ln w="63075" cap="flat" cmpd="sng">
              <a:solidFill>
                <a:srgbClr val="95C0D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37850" tIns="37850" rIns="37850" bIns="378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7"/>
                <a:buFont typeface="Arial"/>
                <a:buNone/>
              </a:pPr>
              <a:endParaRPr sz="60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1" name="Google Shape;1121;p68"/>
            <p:cNvSpPr/>
            <p:nvPr/>
          </p:nvSpPr>
          <p:spPr>
            <a:xfrm>
              <a:off x="7025425" y="2629350"/>
              <a:ext cx="4520700" cy="1774500"/>
            </a:xfrm>
            <a:prstGeom prst="roundRect">
              <a:avLst>
                <a:gd name="adj" fmla="val 16667"/>
              </a:avLst>
            </a:prstGeom>
            <a:noFill/>
            <a:ln w="63075" cap="flat" cmpd="sng">
              <a:solidFill>
                <a:srgbClr val="E97F7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37850" tIns="37850" rIns="37850" bIns="378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7"/>
                <a:buFont typeface="Arial"/>
                <a:buNone/>
              </a:pPr>
              <a:endParaRPr sz="60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2" name="Google Shape;1122;p68"/>
            <p:cNvSpPr txBox="1"/>
            <p:nvPr/>
          </p:nvSpPr>
          <p:spPr>
            <a:xfrm>
              <a:off x="741925" y="2898325"/>
              <a:ext cx="4230600" cy="1114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7850" tIns="37850" rIns="37850" bIns="3785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39"/>
                <a:buFont typeface="Arial"/>
                <a:buNone/>
              </a:pPr>
              <a:r>
                <a:rPr lang="en-US" sz="2500" b="0" i="0" u="none" strike="noStrike" cap="none">
                  <a:solidFill>
                    <a:srgbClr val="4F81BD"/>
                  </a:solidFill>
                  <a:latin typeface="Arial"/>
                  <a:ea typeface="Arial"/>
                  <a:cs typeface="Arial"/>
                  <a:sym typeface="Arial"/>
                </a:rPr>
                <a:t>susceptible</a:t>
              </a:r>
              <a:r>
                <a:rPr lang="en-US" sz="2500">
                  <a:solidFill>
                    <a:srgbClr val="4F81BD"/>
                  </a:solidFill>
                </a:rPr>
                <a:t> </a:t>
              </a:r>
              <a:endParaRPr sz="1738" i="1">
                <a:solidFill>
                  <a:srgbClr val="4F81BD"/>
                </a:solidFill>
              </a:endParaRPr>
            </a:p>
          </p:txBody>
        </p:sp>
        <p:sp>
          <p:nvSpPr>
            <p:cNvPr id="1123" name="Google Shape;1123;p68"/>
            <p:cNvSpPr txBox="1"/>
            <p:nvPr/>
          </p:nvSpPr>
          <p:spPr>
            <a:xfrm>
              <a:off x="7170475" y="2878650"/>
              <a:ext cx="4230600" cy="1114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7850" tIns="37850" rIns="37850" bIns="3785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39"/>
                <a:buFont typeface="Arial"/>
                <a:buNone/>
              </a:pPr>
              <a:r>
                <a:rPr lang="en-US" sz="2500" b="0" i="0" u="none" strike="noStrike" cap="none">
                  <a:solidFill>
                    <a:srgbClr val="4F81BD"/>
                  </a:solidFill>
                  <a:latin typeface="Arial"/>
                  <a:ea typeface="Arial"/>
                  <a:cs typeface="Arial"/>
                  <a:sym typeface="Arial"/>
                </a:rPr>
                <a:t>infectious</a:t>
              </a:r>
              <a:endParaRPr sz="2500" i="1">
                <a:solidFill>
                  <a:srgbClr val="4F81BD"/>
                </a:solidFill>
              </a:endParaRPr>
            </a:p>
          </p:txBody>
        </p:sp>
        <p:sp>
          <p:nvSpPr>
            <p:cNvPr id="1124" name="Google Shape;1124;p68"/>
            <p:cNvSpPr/>
            <p:nvPr/>
          </p:nvSpPr>
          <p:spPr>
            <a:xfrm flipH="1">
              <a:off x="5534875" y="3945625"/>
              <a:ext cx="1204800" cy="55410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4FB043"/>
            </a:solidFill>
            <a:ln w="3950" cap="flat" cmpd="sng">
              <a:solidFill>
                <a:srgbClr val="1F497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37850" tIns="37850" rIns="37850" bIns="378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7"/>
                <a:buFont typeface="Arial"/>
                <a:buNone/>
              </a:pPr>
              <a:endParaRPr sz="60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5" name="Google Shape;1125;p68"/>
            <p:cNvSpPr/>
            <p:nvPr/>
          </p:nvSpPr>
          <p:spPr>
            <a:xfrm rot="10800000" flipH="1">
              <a:off x="5611075" y="2629350"/>
              <a:ext cx="1204800" cy="55410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FF9900"/>
            </a:solidFill>
            <a:ln w="3950" cap="flat" cmpd="sng">
              <a:solidFill>
                <a:srgbClr val="1F497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37850" tIns="37850" rIns="37850" bIns="378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7"/>
                <a:buFont typeface="Arial"/>
                <a:buNone/>
              </a:pPr>
              <a:endParaRPr sz="60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6" name="Google Shape;1126;p68"/>
            <p:cNvSpPr txBox="1"/>
            <p:nvPr/>
          </p:nvSpPr>
          <p:spPr>
            <a:xfrm>
              <a:off x="4287730" y="4499728"/>
              <a:ext cx="4735800" cy="636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7850" tIns="37850" rIns="37850" bIns="3785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14"/>
                <a:buFont typeface="Arial"/>
                <a:buNone/>
              </a:pPr>
              <a:r>
                <a:rPr lang="en-US" sz="1214">
                  <a:solidFill>
                    <a:srgbClr val="4FB043"/>
                  </a:solidFill>
                </a:rPr>
                <a:t>natural </a:t>
              </a:r>
              <a:r>
                <a:rPr lang="en-US" sz="1214" b="0" i="0" u="none" strike="noStrike" cap="none">
                  <a:solidFill>
                    <a:srgbClr val="4FB043"/>
                  </a:solidFill>
                  <a:latin typeface="Arial"/>
                  <a:ea typeface="Arial"/>
                  <a:cs typeface="Arial"/>
                  <a:sym typeface="Arial"/>
                </a:rPr>
                <a:t>recovery rate</a:t>
              </a:r>
              <a:endParaRPr sz="1214" b="0" i="0" u="none" strike="noStrike" cap="none">
                <a:solidFill>
                  <a:srgbClr val="4FB04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7" name="Google Shape;1127;p68"/>
            <p:cNvSpPr txBox="1"/>
            <p:nvPr/>
          </p:nvSpPr>
          <p:spPr>
            <a:xfrm>
              <a:off x="6400506" y="1897184"/>
              <a:ext cx="2432400" cy="63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7850" tIns="37850" rIns="37850" bIns="3785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14"/>
                <a:buFont typeface="Arial"/>
                <a:buNone/>
              </a:pPr>
              <a:r>
                <a:rPr lang="en-US" sz="1214" b="0" i="0" u="none" strike="noStrike" cap="none">
                  <a:solidFill>
                    <a:srgbClr val="FF9900"/>
                  </a:solidFill>
                  <a:latin typeface="Arial"/>
                  <a:ea typeface="Arial"/>
                  <a:cs typeface="Arial"/>
                  <a:sym typeface="Arial"/>
                </a:rPr>
                <a:t>transmission</a:t>
              </a:r>
              <a:endParaRPr sz="1214" b="0" i="0" u="none" strike="noStrike" cap="non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8" name="Google Shape;1128;p68"/>
            <p:cNvSpPr/>
            <p:nvPr/>
          </p:nvSpPr>
          <p:spPr>
            <a:xfrm flipH="1">
              <a:off x="6096000" y="1807550"/>
              <a:ext cx="2736900" cy="631200"/>
            </a:xfrm>
            <a:prstGeom prst="uturnArrow">
              <a:avLst>
                <a:gd name="adj1" fmla="val 25000"/>
                <a:gd name="adj2" fmla="val 25000"/>
                <a:gd name="adj3" fmla="val 25000"/>
                <a:gd name="adj4" fmla="val 43750"/>
                <a:gd name="adj5" fmla="val 75000"/>
              </a:avLst>
            </a:prstGeom>
            <a:solidFill>
              <a:srgbClr val="FF9900"/>
            </a:solidFill>
            <a:ln w="3950" cap="flat" cmpd="sng">
              <a:solidFill>
                <a:srgbClr val="1F497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37850" tIns="37850" rIns="37850" bIns="378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7"/>
                <a:buFont typeface="Arial"/>
                <a:buNone/>
              </a:pPr>
              <a:endParaRPr sz="60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29" name="Google Shape;1129;p68"/>
          <p:cNvSpPr/>
          <p:nvPr/>
        </p:nvSpPr>
        <p:spPr>
          <a:xfrm rot="10800000" flipH="1">
            <a:off x="9501452" y="1349461"/>
            <a:ext cx="498900" cy="2295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3950" cap="flat" cmpd="sng">
            <a:solidFill>
              <a:srgbClr val="1F49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7850" tIns="37850" rIns="37850" bIns="378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7"/>
              <a:buFont typeface="Arial"/>
              <a:buNone/>
            </a:pPr>
            <a:endParaRPr sz="60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0" name="Google Shape;1130;p68"/>
          <p:cNvSpPr/>
          <p:nvPr/>
        </p:nvSpPr>
        <p:spPr>
          <a:xfrm>
            <a:off x="10121131" y="961813"/>
            <a:ext cx="1871700" cy="734700"/>
          </a:xfrm>
          <a:prstGeom prst="roundRect">
            <a:avLst>
              <a:gd name="adj" fmla="val 16667"/>
            </a:avLst>
          </a:prstGeom>
          <a:noFill/>
          <a:ln w="63075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7850" tIns="37850" rIns="37850" bIns="378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7"/>
              <a:buFont typeface="Arial"/>
              <a:buNone/>
            </a:pPr>
            <a:r>
              <a:rPr lang="en-US" sz="2500"/>
              <a:t>Treatment</a:t>
            </a:r>
            <a:endParaRPr sz="2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1" name="Google Shape;1131;p68"/>
          <p:cNvSpPr/>
          <p:nvPr/>
        </p:nvSpPr>
        <p:spPr>
          <a:xfrm rot="10800000">
            <a:off x="5963450" y="135050"/>
            <a:ext cx="4996500" cy="684900"/>
          </a:xfrm>
          <a:prstGeom prst="curvedUpArrow">
            <a:avLst>
              <a:gd name="adj1" fmla="val 25000"/>
              <a:gd name="adj2" fmla="val 50000"/>
              <a:gd name="adj3" fmla="val 25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</a:endParaRPr>
          </a:p>
        </p:txBody>
      </p:sp>
      <p:sp>
        <p:nvSpPr>
          <p:cNvPr id="1132" name="Google Shape;1132;p68"/>
          <p:cNvSpPr txBox="1"/>
          <p:nvPr/>
        </p:nvSpPr>
        <p:spPr>
          <a:xfrm>
            <a:off x="8015477" y="197650"/>
            <a:ext cx="11523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850" tIns="37850" rIns="37850" bIns="378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14"/>
              <a:buFont typeface="Arial"/>
              <a:buNone/>
            </a:pPr>
            <a:r>
              <a:rPr lang="en-US" sz="1214">
                <a:solidFill>
                  <a:schemeClr val="dk1"/>
                </a:solidFill>
              </a:rPr>
              <a:t>remission rate</a:t>
            </a:r>
            <a:endParaRPr sz="1214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3" name="Google Shape;1133;p68"/>
          <p:cNvSpPr txBox="1"/>
          <p:nvPr/>
        </p:nvSpPr>
        <p:spPr>
          <a:xfrm>
            <a:off x="9380700" y="1696525"/>
            <a:ext cx="13320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850" tIns="37850" rIns="37850" bIns="378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14"/>
              <a:buFont typeface="Arial"/>
              <a:buNone/>
            </a:pPr>
            <a:r>
              <a:rPr lang="en-US" sz="1214">
                <a:solidFill>
                  <a:schemeClr val="dk1"/>
                </a:solidFill>
              </a:rPr>
              <a:t>treatment rate </a:t>
            </a:r>
            <a:endParaRPr sz="1214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4" name="Google Shape;1134;p68"/>
          <p:cNvSpPr txBox="1"/>
          <p:nvPr/>
        </p:nvSpPr>
        <p:spPr>
          <a:xfrm>
            <a:off x="482275" y="4427325"/>
            <a:ext cx="5092800" cy="15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1"/>
                </a:solidFill>
              </a:rPr>
              <a:t>Treatment may act on:</a:t>
            </a:r>
            <a:endParaRPr sz="2400">
              <a:solidFill>
                <a:schemeClr val="accent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-"/>
            </a:pPr>
            <a:r>
              <a:rPr lang="en-US" sz="2400">
                <a:solidFill>
                  <a:schemeClr val="accent1"/>
                </a:solidFill>
              </a:rPr>
              <a:t>infected individual</a:t>
            </a:r>
            <a:endParaRPr sz="2400">
              <a:solidFill>
                <a:schemeClr val="accent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-"/>
            </a:pPr>
            <a:r>
              <a:rPr lang="en-US" sz="2400">
                <a:solidFill>
                  <a:schemeClr val="accent1"/>
                </a:solidFill>
              </a:rPr>
              <a:t>reducing the rate of transmission</a:t>
            </a:r>
            <a:endParaRPr sz="240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0" name="Google Shape;1140;p69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  <p:sp>
        <p:nvSpPr>
          <p:cNvPr id="1141" name="Google Shape;1141;p69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</p:spPr>
        <p:txBody>
          <a:bodyPr spcFirstLastPara="1" wrap="square" lIns="0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It’s coding time!!!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7" name="Google Shape;1147;p70"/>
          <p:cNvSpPr txBox="1">
            <a:spLocks noGrp="1"/>
          </p:cNvSpPr>
          <p:nvPr>
            <p:ph type="body" idx="2"/>
          </p:nvPr>
        </p:nvSpPr>
        <p:spPr>
          <a:xfrm>
            <a:off x="666751" y="1221319"/>
            <a:ext cx="10850100" cy="4940400"/>
          </a:xfrm>
          <a:prstGeom prst="rect">
            <a:avLst/>
          </a:prstGeom>
        </p:spPr>
        <p:txBody>
          <a:bodyPr spcFirstLastPara="1" wrap="square" lIns="0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None/>
            </a:pPr>
            <a:r>
              <a:rPr lang="en-US" sz="2200" b="1">
                <a:solidFill>
                  <a:schemeClr val="accent1"/>
                </a:solidFill>
              </a:rPr>
              <a:t>Hypothesis A:</a:t>
            </a:r>
            <a:r>
              <a:rPr lang="en-US" sz="2200">
                <a:solidFill>
                  <a:schemeClr val="accent1"/>
                </a:solidFill>
              </a:rPr>
              <a:t> Individuals become immediately also infectious upon infection</a:t>
            </a:r>
            <a:endParaRPr sz="2200">
              <a:solidFill>
                <a:schemeClr val="accent1"/>
              </a:solidFill>
            </a:endParaRP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None/>
            </a:pPr>
            <a:r>
              <a:rPr lang="en-US" sz="2200" b="1">
                <a:solidFill>
                  <a:schemeClr val="accent1"/>
                </a:solidFill>
              </a:rPr>
              <a:t>Hypothesis B</a:t>
            </a:r>
            <a:r>
              <a:rPr lang="en-US" sz="2200">
                <a:solidFill>
                  <a:schemeClr val="accent1"/>
                </a:solidFill>
              </a:rPr>
              <a:t>: There are no births or deaths in the population, there is no migration.</a:t>
            </a:r>
            <a:endParaRPr sz="2200">
              <a:solidFill>
                <a:schemeClr val="accent1"/>
              </a:solidFill>
            </a:endParaRP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None/>
            </a:pPr>
            <a:r>
              <a:rPr lang="en-US" sz="2200" b="1">
                <a:solidFill>
                  <a:schemeClr val="accent1"/>
                </a:solidFill>
              </a:rPr>
              <a:t>Hypothesis </a:t>
            </a:r>
            <a:r>
              <a:rPr lang="en-US" sz="2200" b="1"/>
              <a:t>C</a:t>
            </a:r>
            <a:r>
              <a:rPr lang="en-US" sz="2200" b="1">
                <a:solidFill>
                  <a:schemeClr val="accent1"/>
                </a:solidFill>
              </a:rPr>
              <a:t>: </a:t>
            </a:r>
            <a:r>
              <a:rPr lang="en-US" sz="2200">
                <a:solidFill>
                  <a:schemeClr val="accent1"/>
                </a:solidFill>
              </a:rPr>
              <a:t>The model has demographic dynamic </a:t>
            </a:r>
            <a:endParaRPr sz="2200">
              <a:solidFill>
                <a:schemeClr val="accent1"/>
              </a:solidFill>
            </a:endParaRP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None/>
            </a:pPr>
            <a:r>
              <a:rPr lang="en-US" sz="2200" b="1">
                <a:solidFill>
                  <a:schemeClr val="accent1"/>
                </a:solidFill>
              </a:rPr>
              <a:t>Hypothesis </a:t>
            </a:r>
            <a:r>
              <a:rPr lang="en-US" sz="2200" b="1"/>
              <a:t>D</a:t>
            </a:r>
            <a:r>
              <a:rPr lang="en-US" sz="2200" b="1">
                <a:solidFill>
                  <a:schemeClr val="accent1"/>
                </a:solidFill>
              </a:rPr>
              <a:t>: </a:t>
            </a:r>
            <a:r>
              <a:rPr lang="en-US" sz="2200">
                <a:solidFill>
                  <a:schemeClr val="accent1"/>
                </a:solidFill>
              </a:rPr>
              <a:t>Once an individual recovers, it will become immediately susceptible again</a:t>
            </a:r>
            <a:endParaRPr sz="2200">
              <a:solidFill>
                <a:schemeClr val="accent1"/>
              </a:solidFill>
            </a:endParaRP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None/>
            </a:pPr>
            <a:r>
              <a:rPr lang="en-US" sz="2200" b="1">
                <a:solidFill>
                  <a:schemeClr val="accent1"/>
                </a:solidFill>
              </a:rPr>
              <a:t>Hypothesis </a:t>
            </a:r>
            <a:r>
              <a:rPr lang="en-US" sz="2200" b="1"/>
              <a:t>E</a:t>
            </a:r>
            <a:r>
              <a:rPr lang="en-US" sz="2200" b="1">
                <a:solidFill>
                  <a:schemeClr val="accent1"/>
                </a:solidFill>
              </a:rPr>
              <a:t>: </a:t>
            </a:r>
            <a:r>
              <a:rPr lang="en-US" sz="2200">
                <a:solidFill>
                  <a:schemeClr val="accent1"/>
                </a:solidFill>
              </a:rPr>
              <a:t>All susceptible hosts are equally likely to meet an infected host.</a:t>
            </a:r>
            <a:endParaRPr sz="2200">
              <a:solidFill>
                <a:schemeClr val="accent1"/>
              </a:solidFill>
            </a:endParaRP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2200" b="1">
                <a:solidFill>
                  <a:schemeClr val="accent1"/>
                </a:solidFill>
              </a:rPr>
              <a:t>Hypothesis </a:t>
            </a:r>
            <a:r>
              <a:rPr lang="en-US" sz="2200" b="1"/>
              <a:t>F</a:t>
            </a:r>
            <a:r>
              <a:rPr lang="en-US" sz="2200" b="1">
                <a:solidFill>
                  <a:schemeClr val="accent1"/>
                </a:solidFill>
              </a:rPr>
              <a:t>: </a:t>
            </a:r>
            <a:r>
              <a:rPr lang="en-US" sz="2200">
                <a:solidFill>
                  <a:schemeClr val="accent1"/>
                </a:solidFill>
              </a:rPr>
              <a:t>Under 5 population has a different transmission rate than those in over 5 population</a:t>
            </a:r>
            <a:endParaRPr sz="2200">
              <a:solidFill>
                <a:schemeClr val="accent1"/>
              </a:solidFill>
            </a:endParaRP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2200" b="1"/>
              <a:t>Hypothesis G: ….</a:t>
            </a:r>
            <a:endParaRPr sz="2200" b="1"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 sz="2200">
              <a:solidFill>
                <a:schemeClr val="accent1"/>
              </a:solidFill>
            </a:endParaRP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 sz="2200">
              <a:solidFill>
                <a:schemeClr val="accent1"/>
              </a:solidFill>
            </a:endParaRP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None/>
            </a:pPr>
            <a:endParaRPr sz="2200">
              <a:solidFill>
                <a:schemeClr val="accent1"/>
              </a:solidFill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8" name="Google Shape;1148;p70"/>
          <p:cNvSpPr txBox="1">
            <a:spLocks noGrp="1"/>
          </p:cNvSpPr>
          <p:nvPr>
            <p:ph type="sldNum" idx="12"/>
          </p:nvPr>
        </p:nvSpPr>
        <p:spPr>
          <a:xfrm>
            <a:off x="10896533" y="6308723"/>
            <a:ext cx="620400" cy="366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  <p:sp>
        <p:nvSpPr>
          <p:cNvPr id="1149" name="Google Shape;1149;p70"/>
          <p:cNvSpPr txBox="1">
            <a:spLocks noGrp="1"/>
          </p:cNvSpPr>
          <p:nvPr>
            <p:ph type="title"/>
          </p:nvPr>
        </p:nvSpPr>
        <p:spPr>
          <a:xfrm>
            <a:off x="666751" y="366186"/>
            <a:ext cx="10850100" cy="745200"/>
          </a:xfrm>
          <a:prstGeom prst="rect">
            <a:avLst/>
          </a:prstGeom>
        </p:spPr>
        <p:txBody>
          <a:bodyPr spcFirstLastPara="1" wrap="square" lIns="0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Assumptions</a:t>
            </a:r>
            <a:endParaRPr/>
          </a:p>
        </p:txBody>
      </p:sp>
      <p:cxnSp>
        <p:nvCxnSpPr>
          <p:cNvPr id="1150" name="Google Shape;1150;p70"/>
          <p:cNvCxnSpPr/>
          <p:nvPr/>
        </p:nvCxnSpPr>
        <p:spPr>
          <a:xfrm rot="10800000" flipH="1">
            <a:off x="384800" y="1916200"/>
            <a:ext cx="10791600" cy="10500"/>
          </a:xfrm>
          <a:prstGeom prst="straightConnector1">
            <a:avLst/>
          </a:prstGeom>
          <a:noFill/>
          <a:ln w="7620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51" name="Google Shape;1151;p70"/>
          <p:cNvCxnSpPr/>
          <p:nvPr/>
        </p:nvCxnSpPr>
        <p:spPr>
          <a:xfrm rot="10800000" flipH="1">
            <a:off x="426950" y="3515550"/>
            <a:ext cx="10791600" cy="10500"/>
          </a:xfrm>
          <a:prstGeom prst="straightConnector1">
            <a:avLst/>
          </a:prstGeom>
          <a:noFill/>
          <a:ln w="7620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" name="Google Shape;1157;p71"/>
          <p:cNvSpPr txBox="1">
            <a:spLocks noGrp="1"/>
          </p:cNvSpPr>
          <p:nvPr>
            <p:ph type="sldNum" idx="12"/>
          </p:nvPr>
        </p:nvSpPr>
        <p:spPr>
          <a:xfrm>
            <a:off x="10896533" y="6308723"/>
            <a:ext cx="620400" cy="366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  <p:sp>
        <p:nvSpPr>
          <p:cNvPr id="1158" name="Google Shape;1158;p71"/>
          <p:cNvSpPr txBox="1">
            <a:spLocks noGrp="1"/>
          </p:cNvSpPr>
          <p:nvPr>
            <p:ph type="title"/>
          </p:nvPr>
        </p:nvSpPr>
        <p:spPr>
          <a:xfrm>
            <a:off x="666751" y="366186"/>
            <a:ext cx="10850100" cy="745200"/>
          </a:xfrm>
          <a:prstGeom prst="rect">
            <a:avLst/>
          </a:prstGeom>
        </p:spPr>
        <p:txBody>
          <a:bodyPr spcFirstLastPara="1" wrap="square" lIns="0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9" name="Google Shape;1159;p71"/>
          <p:cNvSpPr txBox="1">
            <a:spLocks noGrp="1"/>
          </p:cNvSpPr>
          <p:nvPr>
            <p:ph type="body" idx="1"/>
          </p:nvPr>
        </p:nvSpPr>
        <p:spPr>
          <a:xfrm>
            <a:off x="2244695" y="6308723"/>
            <a:ext cx="8512500" cy="366000"/>
          </a:xfrm>
          <a:prstGeom prst="rect">
            <a:avLst/>
          </a:prstGeom>
        </p:spPr>
        <p:txBody>
          <a:bodyPr spcFirstLastPara="1" wrap="square" lIns="0" tIns="45700" rIns="91425" bIns="45700" anchor="ctr" anchorCtr="0">
            <a:noAutofit/>
          </a:bodyPr>
          <a:lstStyle/>
          <a:p>
            <a:pPr marL="0" lvl="0" indent="0" algn="r" rtl="0">
              <a:spcBef>
                <a:spcPts val="4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0" name="Google Shape;1160;p71"/>
          <p:cNvSpPr txBox="1">
            <a:spLocks noGrp="1"/>
          </p:cNvSpPr>
          <p:nvPr>
            <p:ph type="body" idx="2"/>
          </p:nvPr>
        </p:nvSpPr>
        <p:spPr>
          <a:xfrm>
            <a:off x="666751" y="1221319"/>
            <a:ext cx="10850100" cy="4940400"/>
          </a:xfrm>
          <a:prstGeom prst="rect">
            <a:avLst/>
          </a:prstGeom>
        </p:spPr>
        <p:txBody>
          <a:bodyPr spcFirstLastPara="1" wrap="square" lIns="0" tIns="45700" rIns="91425" bIns="45700" anchor="t" anchorCtr="0">
            <a:noAutofit/>
          </a:bodyPr>
          <a:lstStyle/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6" name="Google Shape;1166;p72"/>
          <p:cNvSpPr txBox="1">
            <a:spLocks noGrp="1"/>
          </p:cNvSpPr>
          <p:nvPr>
            <p:ph type="body" idx="1"/>
          </p:nvPr>
        </p:nvSpPr>
        <p:spPr>
          <a:xfrm>
            <a:off x="510750" y="1762125"/>
            <a:ext cx="11170500" cy="4835100"/>
          </a:xfrm>
          <a:prstGeom prst="rect">
            <a:avLst/>
          </a:prstGeom>
          <a:solidFill>
            <a:srgbClr val="CFE2F3"/>
          </a:solidFill>
        </p:spPr>
        <p:txBody>
          <a:bodyPr spcFirstLastPara="1" wrap="square" lIns="0" tIns="60925" rIns="121900" bIns="609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At one of the UoN student housing (500 students), a </a:t>
            </a:r>
            <a:r>
              <a:rPr lang="en-US" sz="1800" b="1">
                <a:solidFill>
                  <a:schemeClr val="dk1"/>
                </a:solidFill>
              </a:rPr>
              <a:t>stomach bug</a:t>
            </a:r>
            <a:r>
              <a:rPr lang="en-US" sz="1800">
                <a:solidFill>
                  <a:schemeClr val="dk1"/>
                </a:solidFill>
              </a:rPr>
              <a:t> is observed every few weeks.</a:t>
            </a:r>
            <a:br>
              <a:rPr lang="en-US" sz="1800">
                <a:solidFill>
                  <a:schemeClr val="dk1"/>
                </a:solidFill>
              </a:rPr>
            </a:br>
            <a:r>
              <a:rPr lang="en-US" sz="1800">
                <a:solidFill>
                  <a:schemeClr val="dk1"/>
                </a:solidFill>
              </a:rPr>
              <a:t>Sick students feel awful for about </a:t>
            </a:r>
            <a:r>
              <a:rPr lang="en-US" sz="1800" b="1">
                <a:solidFill>
                  <a:schemeClr val="dk1"/>
                </a:solidFill>
              </a:rPr>
              <a:t>10 days</a:t>
            </a:r>
            <a:r>
              <a:rPr lang="en-US" sz="1800">
                <a:solidFill>
                  <a:schemeClr val="dk1"/>
                </a:solidFill>
              </a:rPr>
              <a:t>, then they’re fine and back to class.</a:t>
            </a:r>
            <a:br>
              <a:rPr lang="en-US" sz="1800">
                <a:solidFill>
                  <a:schemeClr val="dk1"/>
                </a:solidFill>
              </a:rPr>
            </a:br>
            <a:r>
              <a:rPr lang="en-US" sz="1800">
                <a:solidFill>
                  <a:schemeClr val="dk1"/>
                </a:solidFill>
              </a:rPr>
              <a:t>The school nurse notices: students who were sick a month ago </a:t>
            </a:r>
            <a:r>
              <a:rPr lang="en-US" sz="1800" b="1">
                <a:solidFill>
                  <a:schemeClr val="dk1"/>
                </a:solidFill>
              </a:rPr>
              <a:t>get sick again</a:t>
            </a:r>
            <a:r>
              <a:rPr lang="en-US" sz="1800">
                <a:solidFill>
                  <a:schemeClr val="dk1"/>
                </a:solidFill>
              </a:rPr>
              <a:t>.</a:t>
            </a:r>
            <a:br>
              <a:rPr lang="en-US" sz="1800">
                <a:solidFill>
                  <a:schemeClr val="dk1"/>
                </a:solidFill>
              </a:rPr>
            </a:br>
            <a:r>
              <a:rPr lang="en-US" sz="1800">
                <a:solidFill>
                  <a:schemeClr val="dk1"/>
                </a:solidFill>
              </a:rPr>
              <a:t>Outbreaks kick off fast: if someone vomits in a tiny study room, </a:t>
            </a:r>
            <a:r>
              <a:rPr lang="en-US" sz="1800" b="1">
                <a:solidFill>
                  <a:schemeClr val="dk1"/>
                </a:solidFill>
              </a:rPr>
              <a:t>others feel ill by the next day</a:t>
            </a:r>
            <a:r>
              <a:rPr lang="en-US" sz="1800">
                <a:solidFill>
                  <a:schemeClr val="dk1"/>
                </a:solidFill>
              </a:rPr>
              <a:t>. At the beginning of the academic semester, </a:t>
            </a:r>
            <a:r>
              <a:rPr lang="en-US" sz="1800" b="1">
                <a:solidFill>
                  <a:schemeClr val="dk1"/>
                </a:solidFill>
              </a:rPr>
              <a:t>1 sick student</a:t>
            </a:r>
            <a:r>
              <a:rPr lang="en-US" sz="1800">
                <a:solidFill>
                  <a:schemeClr val="dk1"/>
                </a:solidFill>
              </a:rPr>
              <a:t> in the residence was found exhibiting these symptoms. It was later discovered that this disease has a transmission rate of 0.4.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b="1">
                <a:solidFill>
                  <a:schemeClr val="dk1"/>
                </a:solidFill>
              </a:rPr>
              <a:t>Tasks</a:t>
            </a:r>
            <a:endParaRPr sz="1800" b="1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-US" sz="1800">
                <a:solidFill>
                  <a:schemeClr val="dk1"/>
                </a:solidFill>
              </a:rPr>
              <a:t>Identify the compartments and draw the flow diagram.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-US" sz="1800">
                <a:solidFill>
                  <a:schemeClr val="dk1"/>
                </a:solidFill>
              </a:rPr>
              <a:t>Would the outbreak die out? </a:t>
            </a:r>
            <a:endParaRPr sz="1800">
              <a:solidFill>
                <a:schemeClr val="dk1"/>
              </a:solidFill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lphaLcPeriod"/>
            </a:pPr>
            <a:r>
              <a:rPr lang="en-US" sz="1800">
                <a:solidFill>
                  <a:schemeClr val="dk1"/>
                </a:solidFill>
              </a:rPr>
              <a:t>Compute R0. what is the value?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-US" sz="1800">
                <a:solidFill>
                  <a:schemeClr val="dk1"/>
                </a:solidFill>
              </a:rPr>
              <a:t>Using your model, simulate the numbers of students in each compartment over 365 days.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-US" sz="1800">
                <a:solidFill>
                  <a:schemeClr val="dk1"/>
                </a:solidFill>
              </a:rPr>
              <a:t>How many students are in each compartments after 10 days, 6 months</a:t>
            </a:r>
            <a:endParaRPr sz="1800"/>
          </a:p>
        </p:txBody>
      </p:sp>
      <p:sp>
        <p:nvSpPr>
          <p:cNvPr id="1167" name="Google Shape;1167;p72"/>
          <p:cNvSpPr txBox="1">
            <a:spLocks noGrp="1"/>
          </p:cNvSpPr>
          <p:nvPr>
            <p:ph type="title"/>
          </p:nvPr>
        </p:nvSpPr>
        <p:spPr>
          <a:xfrm>
            <a:off x="666751" y="366185"/>
            <a:ext cx="10850100" cy="745200"/>
          </a:xfrm>
          <a:prstGeom prst="rect">
            <a:avLst/>
          </a:prstGeom>
        </p:spPr>
        <p:txBody>
          <a:bodyPr spcFirstLastPara="1" wrap="square" lIns="0" tIns="60925" rIns="121900" bIns="60925" anchor="ctr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Scenario analysis</a:t>
            </a:r>
            <a:endParaRPr/>
          </a:p>
        </p:txBody>
      </p:sp>
      <p:sp>
        <p:nvSpPr>
          <p:cNvPr id="1168" name="Google Shape;1168;p72"/>
          <p:cNvSpPr txBox="1">
            <a:spLocks noGrp="1"/>
          </p:cNvSpPr>
          <p:nvPr>
            <p:ph type="body" idx="2"/>
          </p:nvPr>
        </p:nvSpPr>
        <p:spPr>
          <a:xfrm>
            <a:off x="666749" y="1220755"/>
            <a:ext cx="10850100" cy="432000"/>
          </a:xfrm>
          <a:prstGeom prst="rect">
            <a:avLst/>
          </a:prstGeom>
        </p:spPr>
        <p:txBody>
          <a:bodyPr spcFirstLastPara="1" wrap="square" lIns="0" tIns="60925" rIns="121900" bIns="60925" anchor="t" anchorCtr="0">
            <a:noAutofit/>
          </a:bodyPr>
          <a:lstStyle/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/>
              <a:t>Practical 1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4" name="Google Shape;1174;p73"/>
          <p:cNvSpPr txBox="1">
            <a:spLocks noGrp="1"/>
          </p:cNvSpPr>
          <p:nvPr>
            <p:ph type="title"/>
          </p:nvPr>
        </p:nvSpPr>
        <p:spPr>
          <a:xfrm>
            <a:off x="666751" y="366185"/>
            <a:ext cx="10850100" cy="745200"/>
          </a:xfrm>
          <a:prstGeom prst="rect">
            <a:avLst/>
          </a:prstGeom>
        </p:spPr>
        <p:txBody>
          <a:bodyPr spcFirstLastPara="1" wrap="square" lIns="0" tIns="60925" rIns="121900" bIns="60925" anchor="ctr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Scenario analysis</a:t>
            </a:r>
            <a:endParaRPr/>
          </a:p>
        </p:txBody>
      </p:sp>
      <p:sp>
        <p:nvSpPr>
          <p:cNvPr id="1175" name="Google Shape;1175;p73"/>
          <p:cNvSpPr txBox="1">
            <a:spLocks noGrp="1"/>
          </p:cNvSpPr>
          <p:nvPr>
            <p:ph type="body" idx="1"/>
          </p:nvPr>
        </p:nvSpPr>
        <p:spPr>
          <a:xfrm>
            <a:off x="666850" y="1762075"/>
            <a:ext cx="10850100" cy="4908000"/>
          </a:xfrm>
          <a:prstGeom prst="rect">
            <a:avLst/>
          </a:prstGeom>
          <a:solidFill>
            <a:srgbClr val="CFE2F3"/>
          </a:solidFill>
        </p:spPr>
        <p:txBody>
          <a:bodyPr spcFirstLastPara="1" wrap="square" lIns="0" tIns="60925" rIns="121900" bIns="609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scenario 2</a:t>
            </a:r>
            <a:r>
              <a:rPr lang="en-US"/>
              <a:t> </a:t>
            </a: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2000"/>
              <a:t>From practical 1, </a:t>
            </a:r>
            <a:r>
              <a:rPr lang="en-US" sz="2000">
                <a:solidFill>
                  <a:schemeClr val="dk1"/>
                </a:solidFill>
              </a:rPr>
              <a:t>In order to help students avoid missing out on their classes, the school nurse administers a fast-acting treatment. The drugs available for treatment are not enough to treat  all the students and therefore only </a:t>
            </a:r>
            <a:r>
              <a:rPr lang="en-US" sz="2000" b="1">
                <a:solidFill>
                  <a:schemeClr val="dk1"/>
                </a:solidFill>
              </a:rPr>
              <a:t>60% of sick students g</a:t>
            </a:r>
            <a:r>
              <a:rPr lang="en-US" sz="2000">
                <a:solidFill>
                  <a:schemeClr val="dk1"/>
                </a:solidFill>
              </a:rPr>
              <a:t>et the treatment. </a:t>
            </a:r>
            <a:r>
              <a:rPr lang="en-US" sz="2000" b="1">
                <a:solidFill>
                  <a:schemeClr val="dk1"/>
                </a:solidFill>
              </a:rPr>
              <a:t>Students who receive the treatment </a:t>
            </a:r>
            <a:r>
              <a:rPr lang="en-US" sz="2000">
                <a:solidFill>
                  <a:schemeClr val="dk1"/>
                </a:solidFill>
              </a:rPr>
              <a:t>(get it a rate  tau) are able to return to class after </a:t>
            </a:r>
            <a:r>
              <a:rPr lang="en-US" sz="2000" b="1">
                <a:solidFill>
                  <a:schemeClr val="dk1"/>
                </a:solidFill>
              </a:rPr>
              <a:t>3 days </a:t>
            </a:r>
            <a:r>
              <a:rPr lang="en-US" sz="2000">
                <a:solidFill>
                  <a:schemeClr val="dk1"/>
                </a:solidFill>
              </a:rPr>
              <a:t>(instead of the 10 days previously without treatment). A study found that the rate at which infected students are able to get treatment is </a:t>
            </a:r>
            <a:r>
              <a:rPr lang="en-US" sz="2000" b="1">
                <a:solidFill>
                  <a:schemeClr val="dk1"/>
                </a:solidFill>
              </a:rPr>
              <a:t>0.05 per day</a:t>
            </a:r>
            <a:r>
              <a:rPr lang="en-US" sz="2000">
                <a:solidFill>
                  <a:schemeClr val="dk1"/>
                </a:solidFill>
              </a:rPr>
              <a:t>. </a:t>
            </a:r>
            <a:endParaRPr sz="2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2000" b="1" u="sng"/>
              <a:t>Tasks</a:t>
            </a:r>
            <a:endParaRPr sz="2000" b="1" u="sng"/>
          </a:p>
          <a:p>
            <a:pPr marL="457200" lvl="0" indent="-35560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lang="en-US" sz="2000">
                <a:solidFill>
                  <a:schemeClr val="dk1"/>
                </a:solidFill>
              </a:rPr>
              <a:t>What change does this new information make to your model in practical 1?</a:t>
            </a:r>
            <a:endParaRPr sz="2000">
              <a:solidFill>
                <a:schemeClr val="dk1"/>
              </a:solidFill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lang="en-US" sz="2000">
                <a:solidFill>
                  <a:schemeClr val="dk1"/>
                </a:solidFill>
              </a:rPr>
              <a:t>Create a new flow diagram to reflect this change</a:t>
            </a:r>
            <a:endParaRPr sz="2000">
              <a:solidFill>
                <a:schemeClr val="dk1"/>
              </a:solidFill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lang="en-US" sz="2000">
                <a:solidFill>
                  <a:schemeClr val="dk1"/>
                </a:solidFill>
              </a:rPr>
              <a:t>Compute the R0.</a:t>
            </a:r>
            <a:r>
              <a:rPr lang="en-US" sz="2000"/>
              <a:t> What can we say about about the outbreak?</a:t>
            </a:r>
            <a:endParaRPr sz="2000">
              <a:solidFill>
                <a:schemeClr val="dk1"/>
              </a:solidFill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lang="en-US" sz="2000">
                <a:solidFill>
                  <a:schemeClr val="dk1"/>
                </a:solidFill>
              </a:rPr>
              <a:t>Using your new model, simulate the numbers of </a:t>
            </a:r>
            <a:r>
              <a:rPr lang="en-US" sz="2000" b="1">
                <a:solidFill>
                  <a:schemeClr val="dk1"/>
                </a:solidFill>
              </a:rPr>
              <a:t>students </a:t>
            </a:r>
            <a:r>
              <a:rPr lang="en-US" sz="2000">
                <a:solidFill>
                  <a:schemeClr val="dk1"/>
                </a:solidFill>
              </a:rPr>
              <a:t>in each compartment. </a:t>
            </a:r>
            <a:endParaRPr sz="2000">
              <a:solidFill>
                <a:schemeClr val="dk1"/>
              </a:solidFill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lang="en-US" sz="2000">
                <a:solidFill>
                  <a:schemeClr val="dk1"/>
                </a:solidFill>
              </a:rPr>
              <a:t>After 6 months how many students in each compartments?</a:t>
            </a:r>
            <a:endParaRPr/>
          </a:p>
        </p:txBody>
      </p:sp>
      <p:sp>
        <p:nvSpPr>
          <p:cNvPr id="1176" name="Google Shape;1176;p73"/>
          <p:cNvSpPr txBox="1">
            <a:spLocks noGrp="1"/>
          </p:cNvSpPr>
          <p:nvPr>
            <p:ph type="body" idx="2"/>
          </p:nvPr>
        </p:nvSpPr>
        <p:spPr>
          <a:xfrm>
            <a:off x="666749" y="1220755"/>
            <a:ext cx="10850100" cy="432000"/>
          </a:xfrm>
          <a:prstGeom prst="rect">
            <a:avLst/>
          </a:prstGeom>
        </p:spPr>
        <p:txBody>
          <a:bodyPr spcFirstLastPara="1" wrap="square" lIns="0" tIns="60925" rIns="121900" bIns="60925" anchor="t" anchorCtr="0">
            <a:noAutofit/>
          </a:bodyPr>
          <a:lstStyle/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/>
              <a:t>Practical 2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2" name="Google Shape;1182;p74"/>
          <p:cNvSpPr txBox="1">
            <a:spLocks noGrp="1"/>
          </p:cNvSpPr>
          <p:nvPr>
            <p:ph type="title"/>
          </p:nvPr>
        </p:nvSpPr>
        <p:spPr>
          <a:xfrm>
            <a:off x="666751" y="366185"/>
            <a:ext cx="10850100" cy="745200"/>
          </a:xfrm>
          <a:prstGeom prst="rect">
            <a:avLst/>
          </a:prstGeom>
        </p:spPr>
        <p:txBody>
          <a:bodyPr spcFirstLastPara="1" wrap="square" lIns="0" tIns="60925" rIns="121900" bIns="60925" anchor="ctr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Scenario analysis</a:t>
            </a:r>
            <a:endParaRPr/>
          </a:p>
        </p:txBody>
      </p:sp>
      <p:sp>
        <p:nvSpPr>
          <p:cNvPr id="1183" name="Google Shape;1183;p74"/>
          <p:cNvSpPr txBox="1">
            <a:spLocks noGrp="1"/>
          </p:cNvSpPr>
          <p:nvPr>
            <p:ph type="body" idx="1"/>
          </p:nvPr>
        </p:nvSpPr>
        <p:spPr>
          <a:xfrm>
            <a:off x="666751" y="1762064"/>
            <a:ext cx="10850100" cy="3884400"/>
          </a:xfrm>
          <a:prstGeom prst="rect">
            <a:avLst/>
          </a:prstGeom>
        </p:spPr>
        <p:txBody>
          <a:bodyPr spcFirstLastPara="1" wrap="square" lIns="0" tIns="60925" rIns="121900" bIns="609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r>
              <a:rPr lang="en-US" b="1"/>
              <a:t>scenario 3</a:t>
            </a:r>
            <a:endParaRPr b="1"/>
          </a:p>
          <a:p>
            <a:pPr marL="457200" lvl="0" indent="-361950" algn="l" rtl="0">
              <a:spcBef>
                <a:spcPts val="800"/>
              </a:spcBef>
              <a:spcAft>
                <a:spcPts val="0"/>
              </a:spcAft>
              <a:buSzPts val="2100"/>
              <a:buAutoNum type="arabicPeriod"/>
            </a:pPr>
            <a:r>
              <a:rPr lang="en-US" sz="2100"/>
              <a:t>From practical 1, what are some of the measures we can put in place to decrease the transmission rate? </a:t>
            </a:r>
            <a:endParaRPr sz="2100"/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SzPts val="2100"/>
              <a:buAutoNum type="arabicPeriod"/>
            </a:pPr>
            <a:r>
              <a:rPr lang="en-US" sz="2100"/>
              <a:t>How can we implement these measures in our model?</a:t>
            </a:r>
            <a:endParaRPr sz="2100"/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SzPts val="2100"/>
              <a:buAutoNum type="arabicPeriod"/>
            </a:pPr>
            <a:r>
              <a:rPr lang="en-US" sz="2100">
                <a:solidFill>
                  <a:schemeClr val="dk1"/>
                </a:solidFill>
              </a:rPr>
              <a:t>Using your new model, simulate the model over 365 days.</a:t>
            </a:r>
            <a:endParaRPr sz="2100"/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SzPts val="2100"/>
              <a:buAutoNum type="arabicPeriod"/>
            </a:pPr>
            <a:r>
              <a:rPr lang="en-US" sz="2100"/>
              <a:t>What is the prevalence after 2 months of infection?</a:t>
            </a:r>
            <a:endParaRPr sz="2100"/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SzPts val="2100"/>
              <a:buAutoNum type="arabicPeriod"/>
            </a:pPr>
            <a:r>
              <a:rPr lang="en-US" sz="2100"/>
              <a:t>what is the incidence at 70 days</a:t>
            </a:r>
            <a:endParaRPr sz="2100"/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SzPts val="2100"/>
              <a:buAutoNum type="arabicPeriod"/>
            </a:pPr>
            <a:r>
              <a:rPr lang="en-US" sz="2100"/>
              <a:t>what is the phenomenon observed after 3 months?</a:t>
            </a:r>
            <a:endParaRPr sz="2100"/>
          </a:p>
        </p:txBody>
      </p:sp>
      <p:sp>
        <p:nvSpPr>
          <p:cNvPr id="1184" name="Google Shape;1184;p74"/>
          <p:cNvSpPr txBox="1">
            <a:spLocks noGrp="1"/>
          </p:cNvSpPr>
          <p:nvPr>
            <p:ph type="body" idx="2"/>
          </p:nvPr>
        </p:nvSpPr>
        <p:spPr>
          <a:xfrm>
            <a:off x="666749" y="1220755"/>
            <a:ext cx="10850100" cy="432000"/>
          </a:xfrm>
          <a:prstGeom prst="rect">
            <a:avLst/>
          </a:prstGeom>
        </p:spPr>
        <p:txBody>
          <a:bodyPr spcFirstLastPara="1" wrap="square" lIns="0" tIns="60925" rIns="121900" bIns="60925" anchor="t" anchorCtr="0">
            <a:noAutofit/>
          </a:bodyPr>
          <a:lstStyle/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/>
              <a:t>Practical 3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0" name="Google Shape;1190;p75"/>
          <p:cNvSpPr txBox="1">
            <a:spLocks noGrp="1"/>
          </p:cNvSpPr>
          <p:nvPr>
            <p:ph type="title"/>
          </p:nvPr>
        </p:nvSpPr>
        <p:spPr>
          <a:xfrm>
            <a:off x="666751" y="366185"/>
            <a:ext cx="10850100" cy="745200"/>
          </a:xfrm>
          <a:prstGeom prst="rect">
            <a:avLst/>
          </a:prstGeom>
        </p:spPr>
        <p:txBody>
          <a:bodyPr spcFirstLastPara="1" wrap="square" lIns="0" tIns="60925" rIns="121900" bIns="60925" anchor="ctr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Scenario analysis</a:t>
            </a:r>
            <a:endParaRPr/>
          </a:p>
        </p:txBody>
      </p:sp>
      <p:sp>
        <p:nvSpPr>
          <p:cNvPr id="1191" name="Google Shape;1191;p75"/>
          <p:cNvSpPr txBox="1">
            <a:spLocks noGrp="1"/>
          </p:cNvSpPr>
          <p:nvPr>
            <p:ph type="body" idx="1"/>
          </p:nvPr>
        </p:nvSpPr>
        <p:spPr>
          <a:xfrm>
            <a:off x="666751" y="1762064"/>
            <a:ext cx="10850100" cy="3884400"/>
          </a:xfrm>
          <a:prstGeom prst="rect">
            <a:avLst/>
          </a:prstGeom>
        </p:spPr>
        <p:txBody>
          <a:bodyPr spcFirstLastPara="1" wrap="square" lIns="0" tIns="60925" rIns="121900" bIns="609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r>
              <a:rPr lang="en-US" b="1"/>
              <a:t>scenario 4</a:t>
            </a:r>
            <a:endParaRPr b="1"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-US"/>
              <a:t>In this scenario, we would like to implement both the treatment and the measures to decrease transmission rate (ie. combine practical 2 and 3) to produce a new model</a:t>
            </a:r>
            <a:endParaRPr/>
          </a:p>
          <a:p>
            <a:pPr marL="914400" lvl="1" indent="-40005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700"/>
              <a:buChar char="-"/>
            </a:pPr>
            <a:r>
              <a:rPr lang="en-US">
                <a:solidFill>
                  <a:schemeClr val="dk1"/>
                </a:solidFill>
              </a:rPr>
              <a:t>Using your new model, simulate the numbers of </a:t>
            </a:r>
            <a:r>
              <a:rPr lang="en-US" b="1">
                <a:solidFill>
                  <a:schemeClr val="dk1"/>
                </a:solidFill>
              </a:rPr>
              <a:t>infected</a:t>
            </a:r>
            <a:r>
              <a:rPr lang="en-US">
                <a:solidFill>
                  <a:schemeClr val="dk1"/>
                </a:solidFill>
              </a:rPr>
              <a:t> and </a:t>
            </a:r>
            <a:r>
              <a:rPr lang="en-US" b="1">
                <a:solidFill>
                  <a:schemeClr val="dk1"/>
                </a:solidFill>
              </a:rPr>
              <a:t>susceptible</a:t>
            </a:r>
            <a:r>
              <a:rPr lang="en-US">
                <a:solidFill>
                  <a:schemeClr val="dk1"/>
                </a:solidFill>
              </a:rPr>
              <a:t> students over time for 365 days</a:t>
            </a:r>
            <a:endParaRPr/>
          </a:p>
        </p:txBody>
      </p:sp>
      <p:sp>
        <p:nvSpPr>
          <p:cNvPr id="1192" name="Google Shape;1192;p75"/>
          <p:cNvSpPr txBox="1">
            <a:spLocks noGrp="1"/>
          </p:cNvSpPr>
          <p:nvPr>
            <p:ph type="body" idx="2"/>
          </p:nvPr>
        </p:nvSpPr>
        <p:spPr>
          <a:xfrm>
            <a:off x="666749" y="1220755"/>
            <a:ext cx="10850100" cy="432000"/>
          </a:xfrm>
          <a:prstGeom prst="rect">
            <a:avLst/>
          </a:prstGeom>
        </p:spPr>
        <p:txBody>
          <a:bodyPr spcFirstLastPara="1" wrap="square" lIns="0" tIns="60925" rIns="121900" bIns="60925" anchor="t" anchorCtr="0">
            <a:noAutofit/>
          </a:bodyPr>
          <a:lstStyle/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/>
              <a:t>Practical 4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E2F3"/>
        </a:solidFill>
        <a:effectLst/>
      </p:bgPr>
    </p:bg>
    <p:spTree>
      <p:nvGrpSpPr>
        <p:cNvPr id="1" name="Shape 1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97" name="Google Shape;1197;p76"/>
          <p:cNvGrpSpPr/>
          <p:nvPr/>
        </p:nvGrpSpPr>
        <p:grpSpPr>
          <a:xfrm>
            <a:off x="0" y="382633"/>
            <a:ext cx="4501249" cy="436800"/>
            <a:chOff x="23676" y="510670"/>
            <a:chExt cx="4501249" cy="436800"/>
          </a:xfrm>
        </p:grpSpPr>
        <p:sp>
          <p:nvSpPr>
            <p:cNvPr id="1198" name="Google Shape;1198;p76"/>
            <p:cNvSpPr/>
            <p:nvPr/>
          </p:nvSpPr>
          <p:spPr>
            <a:xfrm>
              <a:off x="3773425" y="510670"/>
              <a:ext cx="751500" cy="436800"/>
            </a:xfrm>
            <a:prstGeom prst="flowChartDelay">
              <a:avLst/>
            </a:prstGeom>
            <a:solidFill>
              <a:srgbClr val="468AB2"/>
            </a:solidFill>
            <a:ln>
              <a:noFill/>
            </a:ln>
          </p:spPr>
          <p:txBody>
            <a:bodyPr spcFirstLastPara="1" wrap="square" lIns="121900" tIns="60925" rIns="121900" bIns="60925" anchor="ctr" anchorCtr="0">
              <a:noAutofit/>
            </a:bodyPr>
            <a:lstStyle/>
            <a:p>
              <a:pPr marL="0" marR="0" lvl="0" indent="0" algn="ct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9" name="Google Shape;1199;p76"/>
            <p:cNvSpPr/>
            <p:nvPr/>
          </p:nvSpPr>
          <p:spPr>
            <a:xfrm>
              <a:off x="23676" y="510670"/>
              <a:ext cx="3749700" cy="436800"/>
            </a:xfrm>
            <a:prstGeom prst="rect">
              <a:avLst/>
            </a:prstGeom>
            <a:solidFill>
              <a:srgbClr val="468AB2"/>
            </a:solidFill>
            <a:ln>
              <a:noFill/>
            </a:ln>
          </p:spPr>
          <p:txBody>
            <a:bodyPr spcFirstLastPara="1" wrap="square" lIns="121900" tIns="60925" rIns="121900" bIns="60925" anchor="ctr" anchorCtr="0">
              <a:noAutofit/>
            </a:bodyPr>
            <a:lstStyle/>
            <a:p>
              <a:pPr marL="0" marR="0" lvl="0" indent="0" algn="ct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00" name="Google Shape;1200;p76"/>
          <p:cNvSpPr txBox="1"/>
          <p:nvPr/>
        </p:nvSpPr>
        <p:spPr>
          <a:xfrm>
            <a:off x="666751" y="68627"/>
            <a:ext cx="5237100" cy="7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121900" bIns="60925" anchor="t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00">
              <a:solidFill>
                <a:srgbClr val="B5C75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01" name="Google Shape;1201;p76"/>
          <p:cNvPicPr preferRelativeResize="0"/>
          <p:nvPr/>
        </p:nvPicPr>
        <p:blipFill rotWithShape="1">
          <a:blip r:embed="rId3">
            <a:alphaModFix/>
          </a:blip>
          <a:srcRect b="52283"/>
          <a:stretch/>
        </p:blipFill>
        <p:spPr>
          <a:xfrm>
            <a:off x="131361" y="6222211"/>
            <a:ext cx="1904118" cy="4668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2" name="Google Shape;1202;p76"/>
          <p:cNvSpPr txBox="1"/>
          <p:nvPr/>
        </p:nvSpPr>
        <p:spPr>
          <a:xfrm>
            <a:off x="6335475" y="482825"/>
            <a:ext cx="5130900" cy="367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spAutoFit/>
          </a:bodyPr>
          <a:lstStyle/>
          <a:p>
            <a:pPr marL="60960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900"/>
          </a:p>
          <a:p>
            <a:pPr marL="609600" marR="0" lvl="0" indent="-43815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2100"/>
              <a:buFont typeface="Century Gothic"/>
              <a:buChar char="●"/>
            </a:pPr>
            <a:r>
              <a:rPr lang="en-US" sz="2100">
                <a:latin typeface="Century Gothic"/>
                <a:ea typeface="Century Gothic"/>
                <a:cs typeface="Century Gothic"/>
                <a:sym typeface="Century Gothic"/>
              </a:rPr>
              <a:t>Christian Selinger</a:t>
            </a:r>
            <a:endParaRPr sz="1900"/>
          </a:p>
          <a:p>
            <a:pPr marL="609600" marR="0" lvl="0" indent="-43815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2100"/>
              <a:buFont typeface="Century Gothic"/>
              <a:buChar char="●"/>
            </a:pPr>
            <a:r>
              <a:rPr lang="en-US" sz="2100">
                <a:latin typeface="Century Gothic"/>
                <a:ea typeface="Century Gothic"/>
                <a:cs typeface="Century Gothic"/>
                <a:sym typeface="Century Gothic"/>
              </a:rPr>
              <a:t>Emilie Pothin</a:t>
            </a:r>
            <a:endParaRPr sz="21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609600" marR="0" lvl="0" indent="-43815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2100"/>
              <a:buFont typeface="Century Gothic"/>
              <a:buChar char="●"/>
            </a:pPr>
            <a:r>
              <a:rPr lang="en-US" sz="2100">
                <a:latin typeface="Century Gothic"/>
                <a:ea typeface="Century Gothic"/>
                <a:cs typeface="Century Gothic"/>
                <a:sym typeface="Century Gothic"/>
              </a:rPr>
              <a:t>Cameline Orlendo</a:t>
            </a:r>
            <a:endParaRPr sz="21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609600" marR="0" lvl="0" indent="-43815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2100"/>
              <a:buFont typeface="Century Gothic"/>
              <a:buChar char="●"/>
            </a:pPr>
            <a:r>
              <a:rPr lang="en-US" sz="2100">
                <a:latin typeface="Century Gothic"/>
                <a:ea typeface="Century Gothic"/>
                <a:cs typeface="Century Gothic"/>
                <a:sym typeface="Century Gothic"/>
              </a:rPr>
              <a:t>Zenabu Suboi</a:t>
            </a:r>
            <a:endParaRPr sz="21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609600" marR="0" lvl="0" indent="-43815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2100"/>
              <a:buFont typeface="Century Gothic"/>
              <a:buChar char="●"/>
            </a:pPr>
            <a:r>
              <a:rPr lang="en-US" sz="2100">
                <a:latin typeface="Century Gothic"/>
                <a:ea typeface="Century Gothic"/>
                <a:cs typeface="Century Gothic"/>
                <a:sym typeface="Century Gothic"/>
              </a:rPr>
              <a:t>Geoffrey Githinji</a:t>
            </a:r>
            <a:endParaRPr sz="21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342900" marR="0" lvl="0" indent="-20320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None/>
            </a:pPr>
            <a:endParaRPr sz="21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342900" marR="0" lvl="0" indent="-20320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None/>
            </a:pPr>
            <a:endParaRPr sz="21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292100" marR="0" lvl="0" indent="-15240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None/>
            </a:pPr>
            <a:endParaRPr sz="21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292100" marR="0" lvl="0" indent="-15240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None/>
            </a:pPr>
            <a:endParaRPr sz="21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100" b="1" u="sng"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1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03" name="Google Shape;1203;p76"/>
          <p:cNvSpPr/>
          <p:nvPr/>
        </p:nvSpPr>
        <p:spPr>
          <a:xfrm>
            <a:off x="378691" y="2309091"/>
            <a:ext cx="3454500" cy="19992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marR="0" lvl="0" indent="0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04" name="Google Shape;1204;p76"/>
          <p:cNvPicPr preferRelativeResize="0"/>
          <p:nvPr/>
        </p:nvPicPr>
        <p:blipFill rotWithShape="1">
          <a:blip r:embed="rId4">
            <a:alphaModFix/>
          </a:blip>
          <a:srcRect b="52799"/>
          <a:stretch/>
        </p:blipFill>
        <p:spPr>
          <a:xfrm>
            <a:off x="1443580" y="1722953"/>
            <a:ext cx="2336803" cy="638495"/>
          </a:xfrm>
          <a:prstGeom prst="rect">
            <a:avLst/>
          </a:prstGeom>
          <a:noFill/>
          <a:ln>
            <a:noFill/>
          </a:ln>
        </p:spPr>
      </p:pic>
      <p:sp>
        <p:nvSpPr>
          <p:cNvPr id="1205" name="Google Shape;1205;p76"/>
          <p:cNvSpPr txBox="1"/>
          <p:nvPr/>
        </p:nvSpPr>
        <p:spPr>
          <a:xfrm>
            <a:off x="365052" y="382633"/>
            <a:ext cx="10850100" cy="7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entury Gothic"/>
              <a:buNone/>
            </a:pPr>
            <a:r>
              <a:rPr lang="en-US" sz="2000" b="1" i="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Acknowledgements</a:t>
            </a:r>
            <a:endParaRPr sz="1900"/>
          </a:p>
        </p:txBody>
      </p:sp>
      <p:sp>
        <p:nvSpPr>
          <p:cNvPr id="1206" name="Google Shape;1206;p76"/>
          <p:cNvSpPr txBox="1"/>
          <p:nvPr/>
        </p:nvSpPr>
        <p:spPr>
          <a:xfrm>
            <a:off x="946800" y="3761250"/>
            <a:ext cx="4192800" cy="9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121900" bIns="609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00">
                <a:solidFill>
                  <a:srgbClr val="0070C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Mèsi anpil!</a:t>
            </a:r>
            <a:endParaRPr sz="3700">
              <a:solidFill>
                <a:srgbClr val="0070C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07" name="Google Shape;1207;p76"/>
          <p:cNvSpPr txBox="1"/>
          <p:nvPr/>
        </p:nvSpPr>
        <p:spPr>
          <a:xfrm>
            <a:off x="666751" y="4823725"/>
            <a:ext cx="5184300" cy="37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u="sng">
                <a:solidFill>
                  <a:srgbClr val="468AB2"/>
                </a:solidFill>
                <a:latin typeface="Century Gothic"/>
                <a:ea typeface="Century Gothic"/>
                <a:cs typeface="Century Gothic"/>
                <a:sym typeface="Century Gothic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billy.bauzile@swisstph.ch</a:t>
            </a:r>
            <a:r>
              <a:rPr lang="en-US" sz="2100">
                <a:solidFill>
                  <a:srgbClr val="468AB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endParaRPr sz="2100">
              <a:solidFill>
                <a:srgbClr val="468AB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208" name="Google Shape;1208;p7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062452" y="6248548"/>
            <a:ext cx="493916" cy="4939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9" name="Google Shape;1209;p7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061001" y="6348573"/>
            <a:ext cx="954107" cy="246915"/>
          </a:xfrm>
          <a:prstGeom prst="rect">
            <a:avLst/>
          </a:prstGeom>
          <a:noFill/>
          <a:ln>
            <a:noFill/>
          </a:ln>
        </p:spPr>
      </p:pic>
      <p:sp>
        <p:nvSpPr>
          <p:cNvPr id="1210" name="Google Shape;1210;p76"/>
          <p:cNvSpPr txBox="1"/>
          <p:nvPr/>
        </p:nvSpPr>
        <p:spPr>
          <a:xfrm>
            <a:off x="7948750" y="2416200"/>
            <a:ext cx="4192800" cy="9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121900" bIns="609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00">
                <a:solidFill>
                  <a:srgbClr val="0070C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Merci Beaucoup!</a:t>
            </a:r>
            <a:endParaRPr sz="3700">
              <a:solidFill>
                <a:srgbClr val="0070C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11" name="Google Shape;1211;p76"/>
          <p:cNvSpPr txBox="1"/>
          <p:nvPr/>
        </p:nvSpPr>
        <p:spPr>
          <a:xfrm>
            <a:off x="5984350" y="4435575"/>
            <a:ext cx="4192800" cy="9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121900" bIns="609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00">
                <a:solidFill>
                  <a:srgbClr val="0070C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Asante sana!</a:t>
            </a:r>
            <a:endParaRPr sz="3700">
              <a:solidFill>
                <a:srgbClr val="0070C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12" name="Google Shape;1212;p76"/>
          <p:cNvSpPr txBox="1"/>
          <p:nvPr/>
        </p:nvSpPr>
        <p:spPr>
          <a:xfrm>
            <a:off x="5139600" y="3425888"/>
            <a:ext cx="4192800" cy="9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121900" bIns="609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00">
                <a:solidFill>
                  <a:srgbClr val="0070C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Thank you!</a:t>
            </a:r>
            <a:endParaRPr sz="3700">
              <a:solidFill>
                <a:srgbClr val="0070C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13" name="Google Shape;1213;p76"/>
          <p:cNvSpPr txBox="1"/>
          <p:nvPr/>
        </p:nvSpPr>
        <p:spPr>
          <a:xfrm>
            <a:off x="4097100" y="5502375"/>
            <a:ext cx="4192800" cy="9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121900" bIns="609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00">
                <a:solidFill>
                  <a:srgbClr val="0070C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Obrigado!</a:t>
            </a:r>
            <a:endParaRPr sz="3700">
              <a:solidFill>
                <a:srgbClr val="0070C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9" name="Google Shape;1219;p77"/>
          <p:cNvSpPr txBox="1">
            <a:spLocks noGrp="1"/>
          </p:cNvSpPr>
          <p:nvPr>
            <p:ph type="body" idx="1"/>
          </p:nvPr>
        </p:nvSpPr>
        <p:spPr>
          <a:xfrm>
            <a:off x="5186289" y="3547454"/>
            <a:ext cx="5935500" cy="824100"/>
          </a:xfrm>
          <a:prstGeom prst="rect">
            <a:avLst/>
          </a:prstGeom>
        </p:spPr>
        <p:txBody>
          <a:bodyPr spcFirstLastPara="1" wrap="square" lIns="0" tIns="45700" rIns="91425" bIns="45700" anchor="ctr" anchorCtr="0">
            <a:noAutofit/>
          </a:bodyPr>
          <a:lstStyle/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/>
              <a:t>Lecture 11</a:t>
            </a:r>
            <a:endParaRPr/>
          </a:p>
        </p:txBody>
      </p:sp>
      <p:sp>
        <p:nvSpPr>
          <p:cNvPr id="1220" name="Google Shape;1220;p77"/>
          <p:cNvSpPr txBox="1">
            <a:spLocks noGrp="1"/>
          </p:cNvSpPr>
          <p:nvPr>
            <p:ph type="body" idx="2"/>
          </p:nvPr>
        </p:nvSpPr>
        <p:spPr>
          <a:xfrm>
            <a:off x="5186292" y="4408274"/>
            <a:ext cx="5935500" cy="383100"/>
          </a:xfrm>
          <a:prstGeom prst="rect">
            <a:avLst/>
          </a:prstGeom>
        </p:spPr>
        <p:txBody>
          <a:bodyPr spcFirstLastPara="1" wrap="square" lIns="0" tIns="45700" rIns="91425" bIns="45700" anchor="t" anchorCtr="0">
            <a:noAutofit/>
          </a:bodyPr>
          <a:lstStyle/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5" name="Google Shape;1225;p78"/>
          <p:cNvGrpSpPr/>
          <p:nvPr/>
        </p:nvGrpSpPr>
        <p:grpSpPr>
          <a:xfrm>
            <a:off x="1324621" y="1409020"/>
            <a:ext cx="8687429" cy="4929505"/>
            <a:chOff x="-351779" y="1561420"/>
            <a:chExt cx="8687429" cy="4929505"/>
          </a:xfrm>
        </p:grpSpPr>
        <p:sp>
          <p:nvSpPr>
            <p:cNvPr id="1226" name="Google Shape;1226;p78"/>
            <p:cNvSpPr/>
            <p:nvPr/>
          </p:nvSpPr>
          <p:spPr>
            <a:xfrm>
              <a:off x="763600" y="1915544"/>
              <a:ext cx="3188100" cy="1354500"/>
            </a:xfrm>
            <a:prstGeom prst="roundRect">
              <a:avLst>
                <a:gd name="adj" fmla="val 16667"/>
              </a:avLst>
            </a:prstGeom>
            <a:noFill/>
            <a:ln w="152400" cap="flat" cmpd="sng">
              <a:solidFill>
                <a:srgbClr val="95C0D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Google Shape;1227;p78"/>
            <p:cNvSpPr/>
            <p:nvPr/>
          </p:nvSpPr>
          <p:spPr>
            <a:xfrm>
              <a:off x="5147550" y="1915550"/>
              <a:ext cx="3188100" cy="1401300"/>
            </a:xfrm>
            <a:prstGeom prst="roundRect">
              <a:avLst>
                <a:gd name="adj" fmla="val 16667"/>
              </a:avLst>
            </a:prstGeom>
            <a:noFill/>
            <a:ln w="152400" cap="flat" cmpd="sng">
              <a:solidFill>
                <a:srgbClr val="E97F7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Google Shape;1228;p78"/>
            <p:cNvSpPr txBox="1"/>
            <p:nvPr/>
          </p:nvSpPr>
          <p:spPr>
            <a:xfrm>
              <a:off x="833300" y="1962275"/>
              <a:ext cx="3118200" cy="129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>
                  <a:solidFill>
                    <a:schemeClr val="accent1"/>
                  </a:solidFill>
                </a:rPr>
                <a:t>susceptible humans </a:t>
              </a:r>
              <a:endParaRPr sz="3600">
                <a:solidFill>
                  <a:schemeClr val="accent1"/>
                </a:solidFill>
              </a:endParaRPr>
            </a:p>
          </p:txBody>
        </p:sp>
        <p:sp>
          <p:nvSpPr>
            <p:cNvPr id="1229" name="Google Shape;1229;p78"/>
            <p:cNvSpPr txBox="1"/>
            <p:nvPr/>
          </p:nvSpPr>
          <p:spPr>
            <a:xfrm>
              <a:off x="5049875" y="1953300"/>
              <a:ext cx="3229500" cy="129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>
                  <a:solidFill>
                    <a:schemeClr val="accent1"/>
                  </a:solidFill>
                </a:rPr>
                <a:t>infectious</a:t>
              </a:r>
              <a:endParaRPr sz="3600">
                <a:solidFill>
                  <a:schemeClr val="accent1"/>
                </a:solidFill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>
                  <a:solidFill>
                    <a:schemeClr val="accent1"/>
                  </a:solidFill>
                </a:rPr>
                <a:t>humans </a:t>
              </a:r>
              <a:endParaRPr sz="3600">
                <a:solidFill>
                  <a:schemeClr val="accent1"/>
                </a:solidFill>
              </a:endParaRPr>
            </a:p>
          </p:txBody>
        </p:sp>
        <p:sp>
          <p:nvSpPr>
            <p:cNvPr id="1230" name="Google Shape;1230;p78"/>
            <p:cNvSpPr/>
            <p:nvPr/>
          </p:nvSpPr>
          <p:spPr>
            <a:xfrm rot="10800000" flipH="1">
              <a:off x="4143985" y="2887820"/>
              <a:ext cx="811200" cy="25320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FF99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Google Shape;1231;p78"/>
            <p:cNvSpPr txBox="1"/>
            <p:nvPr/>
          </p:nvSpPr>
          <p:spPr>
            <a:xfrm>
              <a:off x="5049864" y="3532988"/>
              <a:ext cx="3043200" cy="738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FF9900"/>
                  </a:solidFill>
                </a:rPr>
                <a:t>transmission from mosquitoes to humans</a:t>
              </a:r>
              <a:endParaRPr sz="1800">
                <a:solidFill>
                  <a:srgbClr val="FF9900"/>
                </a:solidFill>
              </a:endParaRPr>
            </a:p>
          </p:txBody>
        </p:sp>
        <p:sp>
          <p:nvSpPr>
            <p:cNvPr id="1232" name="Google Shape;1232;p78"/>
            <p:cNvSpPr/>
            <p:nvPr/>
          </p:nvSpPr>
          <p:spPr>
            <a:xfrm flipH="1">
              <a:off x="4144021" y="2023122"/>
              <a:ext cx="811200" cy="25320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4FB043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Google Shape;1233;p78"/>
            <p:cNvSpPr txBox="1"/>
            <p:nvPr/>
          </p:nvSpPr>
          <p:spPr>
            <a:xfrm>
              <a:off x="4059487" y="1561420"/>
              <a:ext cx="10779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4FB043"/>
                  </a:solidFill>
                </a:rPr>
                <a:t>recovery</a:t>
              </a:r>
              <a:endParaRPr sz="1800">
                <a:solidFill>
                  <a:srgbClr val="4FB043"/>
                </a:solidFill>
              </a:endParaRPr>
            </a:p>
          </p:txBody>
        </p:sp>
        <p:sp>
          <p:nvSpPr>
            <p:cNvPr id="1234" name="Google Shape;1234;p78"/>
            <p:cNvSpPr/>
            <p:nvPr/>
          </p:nvSpPr>
          <p:spPr>
            <a:xfrm rot="-3194570" flipH="1">
              <a:off x="4116447" y="3775786"/>
              <a:ext cx="1097882" cy="25314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B45F06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Google Shape;1235;p78"/>
            <p:cNvSpPr/>
            <p:nvPr/>
          </p:nvSpPr>
          <p:spPr>
            <a:xfrm rot="3062661" flipH="1">
              <a:off x="4116404" y="3623364"/>
              <a:ext cx="1097947" cy="253426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FF99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Google Shape;1236;p78"/>
            <p:cNvSpPr txBox="1"/>
            <p:nvPr/>
          </p:nvSpPr>
          <p:spPr>
            <a:xfrm>
              <a:off x="1305624" y="3504875"/>
              <a:ext cx="2646000" cy="738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B45F06"/>
                  </a:solidFill>
                </a:rPr>
                <a:t>transmission from humans to mosquitoes</a:t>
              </a:r>
              <a:endParaRPr sz="1800">
                <a:solidFill>
                  <a:srgbClr val="B45F06"/>
                </a:solidFill>
              </a:endParaRPr>
            </a:p>
          </p:txBody>
        </p:sp>
        <p:sp>
          <p:nvSpPr>
            <p:cNvPr id="1237" name="Google Shape;1237;p78"/>
            <p:cNvSpPr/>
            <p:nvPr/>
          </p:nvSpPr>
          <p:spPr>
            <a:xfrm flipH="1">
              <a:off x="-351779" y="4853472"/>
              <a:ext cx="811200" cy="25320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chemeClr val="accent3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Google Shape;1238;p78"/>
            <p:cNvSpPr txBox="1"/>
            <p:nvPr/>
          </p:nvSpPr>
          <p:spPr>
            <a:xfrm>
              <a:off x="4192828" y="5781575"/>
              <a:ext cx="8112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accent3"/>
                  </a:solidFill>
                </a:rPr>
                <a:t>birth</a:t>
              </a:r>
              <a:endParaRPr sz="1800">
                <a:solidFill>
                  <a:schemeClr val="accent3"/>
                </a:solidFill>
              </a:endParaRPr>
            </a:p>
          </p:txBody>
        </p:sp>
        <p:sp>
          <p:nvSpPr>
            <p:cNvPr id="1239" name="Google Shape;1239;p78"/>
            <p:cNvSpPr/>
            <p:nvPr/>
          </p:nvSpPr>
          <p:spPr>
            <a:xfrm>
              <a:off x="2213600" y="5875025"/>
              <a:ext cx="723900" cy="368400"/>
            </a:xfrm>
            <a:prstGeom prst="curvedUpArrow">
              <a:avLst>
                <a:gd name="adj1" fmla="val 25000"/>
                <a:gd name="adj2" fmla="val 50000"/>
                <a:gd name="adj3" fmla="val 25000"/>
              </a:avLst>
            </a:prstGeom>
            <a:solidFill>
              <a:schemeClr val="accent3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Google Shape;1240;p78"/>
            <p:cNvSpPr txBox="1"/>
            <p:nvPr/>
          </p:nvSpPr>
          <p:spPr>
            <a:xfrm>
              <a:off x="2745028" y="6029225"/>
              <a:ext cx="8112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accent3"/>
                  </a:solidFill>
                </a:rPr>
                <a:t>birth</a:t>
              </a:r>
              <a:endParaRPr sz="1800">
                <a:solidFill>
                  <a:schemeClr val="accent3"/>
                </a:solidFill>
              </a:endParaRPr>
            </a:p>
          </p:txBody>
        </p:sp>
      </p:grpSp>
      <p:pic>
        <p:nvPicPr>
          <p:cNvPr id="1241" name="Google Shape;1241;p78" descr="\mu&#10;%c6131315-a5c8-4d33-85f2-d66d147375b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10150" y="5981700"/>
            <a:ext cx="24765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2" name="Google Shape;1242;p78" descr="\mu&#10;%c6131315-a5c8-4d33-85f2-d66d147375b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57950" y="5753100"/>
            <a:ext cx="24765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3" name="Google Shape;1243;p78" descr="\gamma&#10;%1838c565-9895-4654-a1a6-2b4895c3883f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05600" y="1447800"/>
            <a:ext cx="21907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4" name="Google Shape;1244;p78" descr="\alpha&#10;%547a2822-0e80-4a77-9f9e-dc8a2a6d16c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296400" y="3505200"/>
            <a:ext cx="2667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5" name="Google Shape;1245;p78" descr="\beta&#10;%544c6c62-d6ed-4781-a665-5a062d36838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048000" y="3429000"/>
            <a:ext cx="228600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1246" name="Google Shape;1246;p78"/>
          <p:cNvSpPr txBox="1"/>
          <p:nvPr/>
        </p:nvSpPr>
        <p:spPr>
          <a:xfrm>
            <a:off x="7780178" y="5926825"/>
            <a:ext cx="811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3"/>
                </a:solidFill>
              </a:rPr>
              <a:t>death</a:t>
            </a:r>
            <a:endParaRPr sz="1800">
              <a:solidFill>
                <a:schemeClr val="accent3"/>
              </a:solidFill>
            </a:endParaRPr>
          </a:p>
        </p:txBody>
      </p:sp>
      <p:sp>
        <p:nvSpPr>
          <p:cNvPr id="1247" name="Google Shape;1247;p78"/>
          <p:cNvSpPr/>
          <p:nvPr/>
        </p:nvSpPr>
        <p:spPr>
          <a:xfrm rot="-5400000" flipH="1">
            <a:off x="8411221" y="5981072"/>
            <a:ext cx="811200" cy="2532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48" name="Google Shape;1248;p78" descr="\delta&#10;%8ceadc8a-7b51-457b-8802-0d6e2d2d9b4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534400" y="5962650"/>
            <a:ext cx="180975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1249" name="Google Shape;1249;p78"/>
          <p:cNvSpPr txBox="1"/>
          <p:nvPr/>
        </p:nvSpPr>
        <p:spPr>
          <a:xfrm>
            <a:off x="9345525" y="63952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0" name="Google Shape;1250;p78"/>
          <p:cNvSpPr txBox="1">
            <a:spLocks noGrp="1"/>
          </p:cNvSpPr>
          <p:nvPr>
            <p:ph type="title"/>
          </p:nvPr>
        </p:nvSpPr>
        <p:spPr>
          <a:xfrm>
            <a:off x="666751" y="366185"/>
            <a:ext cx="10850100" cy="745200"/>
          </a:xfrm>
          <a:prstGeom prst="rect">
            <a:avLst/>
          </a:prstGeom>
        </p:spPr>
        <p:txBody>
          <a:bodyPr spcFirstLastPara="1" wrap="square" lIns="0" tIns="60925" rIns="121900" bIns="60925" anchor="ctr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solidFill>
                  <a:srgbClr val="0078AC"/>
                </a:solidFill>
                <a:latin typeface="Calibri"/>
                <a:ea typeface="Calibri"/>
                <a:cs typeface="Calibri"/>
                <a:sym typeface="Calibri"/>
              </a:rPr>
              <a:t>SIS-SI model</a:t>
            </a:r>
            <a:endParaRPr sz="2900">
              <a:solidFill>
                <a:srgbClr val="0078A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1" name="Google Shape;1251;p78"/>
          <p:cNvSpPr/>
          <p:nvPr/>
        </p:nvSpPr>
        <p:spPr>
          <a:xfrm>
            <a:off x="2440000" y="4150419"/>
            <a:ext cx="3188100" cy="1354500"/>
          </a:xfrm>
          <a:prstGeom prst="roundRect">
            <a:avLst>
              <a:gd name="adj" fmla="val 16667"/>
            </a:avLst>
          </a:prstGeom>
          <a:noFill/>
          <a:ln w="152400" cap="flat" cmpd="sng">
            <a:solidFill>
              <a:srgbClr val="0078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2" name="Google Shape;1252;p78"/>
          <p:cNvSpPr txBox="1"/>
          <p:nvPr/>
        </p:nvSpPr>
        <p:spPr>
          <a:xfrm>
            <a:off x="2593886" y="4197155"/>
            <a:ext cx="2847900" cy="13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00">
                <a:solidFill>
                  <a:schemeClr val="accent1"/>
                </a:solidFill>
              </a:rPr>
              <a:t>susceptible mosquitoes</a:t>
            </a:r>
            <a:endParaRPr sz="3800">
              <a:solidFill>
                <a:schemeClr val="accent1"/>
              </a:solidFill>
            </a:endParaRPr>
          </a:p>
        </p:txBody>
      </p:sp>
      <p:sp>
        <p:nvSpPr>
          <p:cNvPr id="1253" name="Google Shape;1253;p78"/>
          <p:cNvSpPr/>
          <p:nvPr/>
        </p:nvSpPr>
        <p:spPr>
          <a:xfrm>
            <a:off x="6823950" y="4203257"/>
            <a:ext cx="3188100" cy="1354500"/>
          </a:xfrm>
          <a:prstGeom prst="roundRect">
            <a:avLst>
              <a:gd name="adj" fmla="val 16667"/>
            </a:avLst>
          </a:prstGeom>
          <a:noFill/>
          <a:ln w="152400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4" name="Google Shape;1254;p78"/>
          <p:cNvSpPr txBox="1"/>
          <p:nvPr/>
        </p:nvSpPr>
        <p:spPr>
          <a:xfrm>
            <a:off x="6977836" y="4173793"/>
            <a:ext cx="2847900" cy="13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00">
                <a:solidFill>
                  <a:schemeClr val="accent1"/>
                </a:solidFill>
              </a:rPr>
              <a:t>infectious mosquitoes</a:t>
            </a:r>
            <a:endParaRPr sz="3800">
              <a:solidFill>
                <a:schemeClr val="accent1"/>
              </a:solidFill>
            </a:endParaRPr>
          </a:p>
        </p:txBody>
      </p:sp>
      <p:sp>
        <p:nvSpPr>
          <p:cNvPr id="1255" name="Google Shape;1255;p78"/>
          <p:cNvSpPr/>
          <p:nvPr/>
        </p:nvSpPr>
        <p:spPr>
          <a:xfrm rot="10800000" flipH="1">
            <a:off x="5820385" y="4335620"/>
            <a:ext cx="811200" cy="2532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B45F0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6" name="Google Shape;1256;p78"/>
          <p:cNvSpPr/>
          <p:nvPr/>
        </p:nvSpPr>
        <p:spPr>
          <a:xfrm flipH="1">
            <a:off x="1324621" y="4701072"/>
            <a:ext cx="811200" cy="2532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7" name="Google Shape;1257;p78"/>
          <p:cNvSpPr txBox="1"/>
          <p:nvPr/>
        </p:nvSpPr>
        <p:spPr>
          <a:xfrm>
            <a:off x="1118650" y="4203050"/>
            <a:ext cx="811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3"/>
                </a:solidFill>
              </a:rPr>
              <a:t>death</a:t>
            </a:r>
            <a:endParaRPr sz="1800">
              <a:solidFill>
                <a:schemeClr val="accent3"/>
              </a:solidFill>
            </a:endParaRPr>
          </a:p>
        </p:txBody>
      </p:sp>
      <p:sp>
        <p:nvSpPr>
          <p:cNvPr id="1258" name="Google Shape;1258;p78"/>
          <p:cNvSpPr/>
          <p:nvPr/>
        </p:nvSpPr>
        <p:spPr>
          <a:xfrm flipH="1">
            <a:off x="5820421" y="5324622"/>
            <a:ext cx="811200" cy="2532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9" name="Google Shape;1259;p78"/>
          <p:cNvSpPr/>
          <p:nvPr/>
        </p:nvSpPr>
        <p:spPr>
          <a:xfrm>
            <a:off x="3890000" y="5722625"/>
            <a:ext cx="723900" cy="368400"/>
          </a:xfrm>
          <a:prstGeom prst="curvedUpArrow">
            <a:avLst>
              <a:gd name="adj1" fmla="val 25000"/>
              <a:gd name="adj2" fmla="val 50000"/>
              <a:gd name="adj3" fmla="val 25000"/>
            </a:avLst>
          </a:prstGeom>
          <a:solidFill>
            <a:schemeClr val="accent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0" name="Google Shape;1260;p78"/>
          <p:cNvSpPr txBox="1"/>
          <p:nvPr/>
        </p:nvSpPr>
        <p:spPr>
          <a:xfrm>
            <a:off x="4421428" y="5876825"/>
            <a:ext cx="811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3"/>
                </a:solidFill>
              </a:rPr>
              <a:t>birth</a:t>
            </a:r>
            <a:endParaRPr sz="1800">
              <a:solidFill>
                <a:schemeClr val="accent3"/>
              </a:solidFill>
            </a:endParaRPr>
          </a:p>
        </p:txBody>
      </p:sp>
      <p:sp>
        <p:nvSpPr>
          <p:cNvPr id="1261" name="Google Shape;1261;p78"/>
          <p:cNvSpPr txBox="1"/>
          <p:nvPr/>
        </p:nvSpPr>
        <p:spPr>
          <a:xfrm>
            <a:off x="10938500" y="4509350"/>
            <a:ext cx="12954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i="1">
                <a:solidFill>
                  <a:schemeClr val="accent1"/>
                </a:solidFill>
              </a:rPr>
              <a:t>SI</a:t>
            </a:r>
            <a:endParaRPr sz="3600" i="1">
              <a:solidFill>
                <a:schemeClr val="accent1"/>
              </a:solidFill>
            </a:endParaRPr>
          </a:p>
        </p:txBody>
      </p:sp>
      <p:sp>
        <p:nvSpPr>
          <p:cNvPr id="1262" name="Google Shape;1262;p78"/>
          <p:cNvSpPr txBox="1"/>
          <p:nvPr/>
        </p:nvSpPr>
        <p:spPr>
          <a:xfrm>
            <a:off x="7780178" y="5926825"/>
            <a:ext cx="811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3"/>
                </a:solidFill>
              </a:rPr>
              <a:t>death</a:t>
            </a:r>
            <a:endParaRPr sz="1800">
              <a:solidFill>
                <a:schemeClr val="accent3"/>
              </a:solidFill>
            </a:endParaRPr>
          </a:p>
        </p:txBody>
      </p:sp>
      <p:sp>
        <p:nvSpPr>
          <p:cNvPr id="1263" name="Google Shape;1263;p78"/>
          <p:cNvSpPr/>
          <p:nvPr/>
        </p:nvSpPr>
        <p:spPr>
          <a:xfrm rot="-5400000" flipH="1">
            <a:off x="8411221" y="5981072"/>
            <a:ext cx="811200" cy="2532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4" name="Google Shape;1264;p78"/>
          <p:cNvSpPr txBox="1"/>
          <p:nvPr/>
        </p:nvSpPr>
        <p:spPr>
          <a:xfrm>
            <a:off x="10938500" y="2070950"/>
            <a:ext cx="12954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i="1">
                <a:solidFill>
                  <a:schemeClr val="accent1"/>
                </a:solidFill>
              </a:rPr>
              <a:t>SIS</a:t>
            </a:r>
            <a:endParaRPr sz="3600" i="1">
              <a:solidFill>
                <a:schemeClr val="accent1"/>
              </a:solidFill>
            </a:endParaRPr>
          </a:p>
        </p:txBody>
      </p:sp>
      <p:pic>
        <p:nvPicPr>
          <p:cNvPr id="1265" name="Google Shape;1265;p78" descr="\mu&#10;%c6131315-a5c8-4d33-85f2-d66d147375b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29838" y="4300550"/>
            <a:ext cx="247650" cy="26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1" name="Google Shape;1271;p79"/>
          <p:cNvSpPr txBox="1">
            <a:spLocks noGrp="1"/>
          </p:cNvSpPr>
          <p:nvPr>
            <p:ph type="body" idx="1"/>
          </p:nvPr>
        </p:nvSpPr>
        <p:spPr>
          <a:xfrm>
            <a:off x="481600" y="950974"/>
            <a:ext cx="11338500" cy="57024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rgbClr val="CFE2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00">
                <a:solidFill>
                  <a:schemeClr val="dk1"/>
                </a:solidFill>
              </a:rPr>
              <a:t>At the start of the rains in a village of </a:t>
            </a:r>
            <a:r>
              <a:rPr lang="en-US" sz="1900" b="1">
                <a:solidFill>
                  <a:schemeClr val="dk1"/>
                </a:solidFill>
              </a:rPr>
              <a:t>one thousand people</a:t>
            </a:r>
            <a:r>
              <a:rPr lang="en-US" sz="1900">
                <a:solidFill>
                  <a:schemeClr val="dk1"/>
                </a:solidFill>
              </a:rPr>
              <a:t>, about </a:t>
            </a:r>
            <a:r>
              <a:rPr lang="en-US" sz="1900" b="1">
                <a:solidFill>
                  <a:schemeClr val="dk1"/>
                </a:solidFill>
              </a:rPr>
              <a:t>five mosquitoes buzz </a:t>
            </a:r>
            <a:r>
              <a:rPr lang="en-US" sz="1900">
                <a:solidFill>
                  <a:schemeClr val="dk1"/>
                </a:solidFill>
              </a:rPr>
              <a:t>around each person. T</a:t>
            </a:r>
            <a:r>
              <a:rPr lang="en-US" sz="1900" b="1">
                <a:solidFill>
                  <a:schemeClr val="dk1"/>
                </a:solidFill>
              </a:rPr>
              <a:t>en villagers are already infectious</a:t>
            </a:r>
            <a:r>
              <a:rPr lang="en-US" sz="1900">
                <a:solidFill>
                  <a:schemeClr val="dk1"/>
                </a:solidFill>
              </a:rPr>
              <a:t> with a vector borne disease, and about </a:t>
            </a:r>
            <a:r>
              <a:rPr lang="en-US" sz="1900" b="1">
                <a:solidFill>
                  <a:schemeClr val="dk1"/>
                </a:solidFill>
              </a:rPr>
              <a:t>two percent of the mosquitoes </a:t>
            </a:r>
            <a:r>
              <a:rPr lang="en-US" sz="1900">
                <a:solidFill>
                  <a:schemeClr val="dk1"/>
                </a:solidFill>
              </a:rPr>
              <a:t>carry the parasite. In humans,</a:t>
            </a:r>
            <a:r>
              <a:rPr lang="en-US" sz="1900" b="1">
                <a:solidFill>
                  <a:schemeClr val="dk1"/>
                </a:solidFill>
              </a:rPr>
              <a:t> the average infection period is about twenty five days,</a:t>
            </a:r>
            <a:r>
              <a:rPr lang="en-US" sz="1900">
                <a:solidFill>
                  <a:schemeClr val="dk1"/>
                </a:solidFill>
              </a:rPr>
              <a:t> after which individuals become susceptible immediately.</a:t>
            </a:r>
            <a:endParaRPr sz="19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9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00" b="1">
                <a:solidFill>
                  <a:schemeClr val="dk1"/>
                </a:solidFill>
              </a:rPr>
              <a:t>Mosquitoes live only</a:t>
            </a:r>
            <a:r>
              <a:rPr lang="en-US" sz="1900">
                <a:solidFill>
                  <a:schemeClr val="dk1"/>
                </a:solidFill>
              </a:rPr>
              <a:t> around</a:t>
            </a:r>
            <a:r>
              <a:rPr lang="en-US" sz="1900" b="1">
                <a:solidFill>
                  <a:schemeClr val="dk1"/>
                </a:solidFill>
              </a:rPr>
              <a:t> ten days</a:t>
            </a:r>
            <a:r>
              <a:rPr lang="en-US" sz="1900">
                <a:solidFill>
                  <a:schemeClr val="dk1"/>
                </a:solidFill>
              </a:rPr>
              <a:t>, </a:t>
            </a:r>
            <a:r>
              <a:rPr lang="en-US" sz="1900" b="1">
                <a:solidFill>
                  <a:schemeClr val="dk1"/>
                </a:solidFill>
              </a:rPr>
              <a:t>bite humans </a:t>
            </a:r>
            <a:r>
              <a:rPr lang="en-US" sz="1900">
                <a:solidFill>
                  <a:schemeClr val="dk1"/>
                </a:solidFill>
              </a:rPr>
              <a:t>at a rate of </a:t>
            </a:r>
            <a:r>
              <a:rPr lang="en-US" sz="1900" b="1">
                <a:solidFill>
                  <a:schemeClr val="dk1"/>
                </a:solidFill>
              </a:rPr>
              <a:t>0.3 bites per day, host seeking at rate of 0.01</a:t>
            </a:r>
            <a:r>
              <a:rPr lang="en-US" sz="1900">
                <a:solidFill>
                  <a:schemeClr val="dk1"/>
                </a:solidFill>
              </a:rPr>
              <a:t>, and </a:t>
            </a:r>
            <a:r>
              <a:rPr lang="en-US" sz="1900" b="1">
                <a:solidFill>
                  <a:schemeClr val="dk1"/>
                </a:solidFill>
              </a:rPr>
              <a:t>a bite has an infectivity of 0.03</a:t>
            </a:r>
            <a:r>
              <a:rPr lang="en-US" sz="1900">
                <a:solidFill>
                  <a:schemeClr val="dk1"/>
                </a:solidFill>
              </a:rPr>
              <a:t>. Once a mosquito is infected, it stays infectious until they die. </a:t>
            </a:r>
            <a:r>
              <a:rPr lang="en-US" sz="1900" strike="sngStrike">
                <a:solidFill>
                  <a:schemeClr val="dk1"/>
                </a:solidFill>
              </a:rPr>
              <a:t>Records suggest that an infectious person infects susceptible mosquitoes at a daily rate of</a:t>
            </a:r>
            <a:r>
              <a:rPr lang="en-US" sz="1900" b="1" strike="sngStrike">
                <a:solidFill>
                  <a:schemeClr val="dk1"/>
                </a:solidFill>
              </a:rPr>
              <a:t> 0.45</a:t>
            </a:r>
            <a:r>
              <a:rPr lang="en-US" sz="1900">
                <a:solidFill>
                  <a:schemeClr val="dk1"/>
                </a:solidFill>
              </a:rPr>
              <a:t>, while the </a:t>
            </a:r>
            <a:r>
              <a:rPr lang="en-US" sz="1900" b="1">
                <a:solidFill>
                  <a:schemeClr val="dk1"/>
                </a:solidFill>
              </a:rPr>
              <a:t>transmission rate</a:t>
            </a:r>
            <a:r>
              <a:rPr lang="en-US" sz="1900">
                <a:solidFill>
                  <a:schemeClr val="dk1"/>
                </a:solidFill>
              </a:rPr>
              <a:t> from infectious humans to mosquitoes at a rate of </a:t>
            </a:r>
            <a:r>
              <a:rPr lang="en-US" sz="1900" b="1">
                <a:solidFill>
                  <a:schemeClr val="dk1"/>
                </a:solidFill>
              </a:rPr>
              <a:t>0.5.</a:t>
            </a:r>
            <a:endParaRPr sz="19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900" b="1">
              <a:solidFill>
                <a:schemeClr val="dk1"/>
              </a:solidFill>
            </a:endParaRPr>
          </a:p>
          <a:p>
            <a:pPr marL="457200" lvl="0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AutoNum type="arabicPeriod"/>
            </a:pPr>
            <a:r>
              <a:rPr lang="en-US" sz="1900">
                <a:solidFill>
                  <a:schemeClr val="dk1"/>
                </a:solidFill>
              </a:rPr>
              <a:t>Simulate the dynamic of the model for 365 days. What is the population in each compartment at time 10 and 180 days.</a:t>
            </a:r>
            <a:r>
              <a:rPr lang="en-US" sz="1900" b="1">
                <a:solidFill>
                  <a:schemeClr val="dk1"/>
                </a:solidFill>
              </a:rPr>
              <a:t> </a:t>
            </a:r>
            <a:endParaRPr sz="1900" b="1">
              <a:solidFill>
                <a:schemeClr val="dk1"/>
              </a:solidFill>
            </a:endParaRPr>
          </a:p>
          <a:p>
            <a:pPr marL="457200" lvl="0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AutoNum type="arabicPeriod"/>
            </a:pPr>
            <a:r>
              <a:rPr lang="en-US" sz="1900">
                <a:solidFill>
                  <a:schemeClr val="dk1"/>
                </a:solidFill>
              </a:rPr>
              <a:t>We now have look at scenarios where we have the following interventions in the model:</a:t>
            </a:r>
            <a:endParaRPr sz="1900">
              <a:solidFill>
                <a:schemeClr val="dk1"/>
              </a:solidFill>
            </a:endParaRPr>
          </a:p>
          <a:p>
            <a:pPr marL="914400" lvl="0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AutoNum type="arabicPeriod"/>
            </a:pPr>
            <a:r>
              <a:rPr lang="en-US" sz="1900">
                <a:solidFill>
                  <a:schemeClr val="dk1"/>
                </a:solidFill>
              </a:rPr>
              <a:t>reduce biting rate by </a:t>
            </a:r>
            <a:r>
              <a:rPr lang="en-US" sz="1900" b="1">
                <a:solidFill>
                  <a:schemeClr val="dk1"/>
                </a:solidFill>
              </a:rPr>
              <a:t>forty percent</a:t>
            </a:r>
            <a:r>
              <a:rPr lang="en-US" sz="1900">
                <a:solidFill>
                  <a:schemeClr val="dk1"/>
                </a:solidFill>
              </a:rPr>
              <a:t>,</a:t>
            </a:r>
            <a:endParaRPr sz="1900">
              <a:solidFill>
                <a:schemeClr val="dk1"/>
              </a:solidFill>
            </a:endParaRPr>
          </a:p>
          <a:p>
            <a:pPr marL="914400" lvl="0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AutoNum type="arabicPeriod"/>
            </a:pPr>
            <a:r>
              <a:rPr lang="en-US" sz="1900">
                <a:solidFill>
                  <a:schemeClr val="dk1"/>
                </a:solidFill>
              </a:rPr>
              <a:t>treatment reduces the average human infectious period from twenty five to </a:t>
            </a:r>
            <a:r>
              <a:rPr lang="en-US" sz="1900" b="1">
                <a:solidFill>
                  <a:schemeClr val="dk1"/>
                </a:solidFill>
              </a:rPr>
              <a:t>ten days</a:t>
            </a:r>
            <a:r>
              <a:rPr lang="en-US" sz="1900">
                <a:solidFill>
                  <a:schemeClr val="dk1"/>
                </a:solidFill>
              </a:rPr>
              <a:t>, </a:t>
            </a:r>
            <a:endParaRPr sz="1900">
              <a:solidFill>
                <a:schemeClr val="dk1"/>
              </a:solidFill>
            </a:endParaRPr>
          </a:p>
          <a:p>
            <a:pPr marL="914400" lvl="0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AutoNum type="arabicPeriod"/>
            </a:pPr>
            <a:r>
              <a:rPr lang="en-US" sz="1900">
                <a:solidFill>
                  <a:schemeClr val="dk1"/>
                </a:solidFill>
              </a:rPr>
              <a:t>that would combine both interventions</a:t>
            </a:r>
            <a:endParaRPr sz="19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9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9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sz="1600"/>
          </a:p>
        </p:txBody>
      </p:sp>
      <p:sp>
        <p:nvSpPr>
          <p:cNvPr id="1272" name="Google Shape;1272;p79"/>
          <p:cNvSpPr txBox="1">
            <a:spLocks noGrp="1"/>
          </p:cNvSpPr>
          <p:nvPr>
            <p:ph type="sldNum" idx="12"/>
          </p:nvPr>
        </p:nvSpPr>
        <p:spPr>
          <a:xfrm>
            <a:off x="10959942" y="6287239"/>
            <a:ext cx="548400" cy="366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lang="en-US"/>
              <a:t>36</a:t>
            </a:fld>
            <a:endParaRPr/>
          </a:p>
        </p:txBody>
      </p:sp>
      <p:sp>
        <p:nvSpPr>
          <p:cNvPr id="1273" name="Google Shape;1273;p79"/>
          <p:cNvSpPr txBox="1">
            <a:spLocks noGrp="1"/>
          </p:cNvSpPr>
          <p:nvPr>
            <p:ph type="title"/>
          </p:nvPr>
        </p:nvSpPr>
        <p:spPr>
          <a:xfrm>
            <a:off x="675217" y="146729"/>
            <a:ext cx="10850100" cy="758700"/>
          </a:xfrm>
          <a:prstGeom prst="rect">
            <a:avLst/>
          </a:prstGeom>
        </p:spPr>
        <p:txBody>
          <a:bodyPr spcFirstLastPara="1" wrap="square" lIns="0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Tutorial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78" name="Google Shape;1278;p80"/>
          <p:cNvGrpSpPr/>
          <p:nvPr/>
        </p:nvGrpSpPr>
        <p:grpSpPr>
          <a:xfrm>
            <a:off x="1324621" y="1409020"/>
            <a:ext cx="8687429" cy="4929505"/>
            <a:chOff x="-351779" y="1561420"/>
            <a:chExt cx="8687429" cy="4929505"/>
          </a:xfrm>
        </p:grpSpPr>
        <p:sp>
          <p:nvSpPr>
            <p:cNvPr id="1279" name="Google Shape;1279;p80"/>
            <p:cNvSpPr/>
            <p:nvPr/>
          </p:nvSpPr>
          <p:spPr>
            <a:xfrm>
              <a:off x="763600" y="1915544"/>
              <a:ext cx="3188100" cy="1354500"/>
            </a:xfrm>
            <a:prstGeom prst="roundRect">
              <a:avLst>
                <a:gd name="adj" fmla="val 16667"/>
              </a:avLst>
            </a:prstGeom>
            <a:noFill/>
            <a:ln w="152400" cap="flat" cmpd="sng">
              <a:solidFill>
                <a:srgbClr val="95C0D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Google Shape;1280;p80"/>
            <p:cNvSpPr/>
            <p:nvPr/>
          </p:nvSpPr>
          <p:spPr>
            <a:xfrm>
              <a:off x="5147550" y="1915550"/>
              <a:ext cx="3188100" cy="1401300"/>
            </a:xfrm>
            <a:prstGeom prst="roundRect">
              <a:avLst>
                <a:gd name="adj" fmla="val 16667"/>
              </a:avLst>
            </a:prstGeom>
            <a:noFill/>
            <a:ln w="152400" cap="flat" cmpd="sng">
              <a:solidFill>
                <a:srgbClr val="E97F7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Google Shape;1281;p80"/>
            <p:cNvSpPr txBox="1"/>
            <p:nvPr/>
          </p:nvSpPr>
          <p:spPr>
            <a:xfrm>
              <a:off x="833300" y="1962275"/>
              <a:ext cx="3118200" cy="129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>
                  <a:solidFill>
                    <a:schemeClr val="accent1"/>
                  </a:solidFill>
                </a:rPr>
                <a:t>susceptible humans </a:t>
              </a:r>
              <a:endParaRPr sz="3600">
                <a:solidFill>
                  <a:schemeClr val="accent1"/>
                </a:solidFill>
              </a:endParaRPr>
            </a:p>
          </p:txBody>
        </p:sp>
        <p:sp>
          <p:nvSpPr>
            <p:cNvPr id="1282" name="Google Shape;1282;p80"/>
            <p:cNvSpPr txBox="1"/>
            <p:nvPr/>
          </p:nvSpPr>
          <p:spPr>
            <a:xfrm>
              <a:off x="5049875" y="1953300"/>
              <a:ext cx="3229500" cy="129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>
                  <a:solidFill>
                    <a:schemeClr val="accent1"/>
                  </a:solidFill>
                </a:rPr>
                <a:t>infectious</a:t>
              </a:r>
              <a:endParaRPr sz="3600">
                <a:solidFill>
                  <a:schemeClr val="accent1"/>
                </a:solidFill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>
                  <a:solidFill>
                    <a:schemeClr val="accent1"/>
                  </a:solidFill>
                </a:rPr>
                <a:t>humans </a:t>
              </a:r>
              <a:endParaRPr sz="3600">
                <a:solidFill>
                  <a:schemeClr val="accent1"/>
                </a:solidFill>
              </a:endParaRPr>
            </a:p>
          </p:txBody>
        </p:sp>
        <p:sp>
          <p:nvSpPr>
            <p:cNvPr id="1283" name="Google Shape;1283;p80"/>
            <p:cNvSpPr/>
            <p:nvPr/>
          </p:nvSpPr>
          <p:spPr>
            <a:xfrm rot="10800000" flipH="1">
              <a:off x="4143985" y="2887820"/>
              <a:ext cx="811200" cy="25320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FF99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" name="Google Shape;1284;p80"/>
            <p:cNvSpPr txBox="1"/>
            <p:nvPr/>
          </p:nvSpPr>
          <p:spPr>
            <a:xfrm>
              <a:off x="5049864" y="3532988"/>
              <a:ext cx="3043200" cy="738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FF9900"/>
                  </a:solidFill>
                </a:rPr>
                <a:t>transmission from mosquitoes to humans</a:t>
              </a:r>
              <a:endParaRPr sz="1800">
                <a:solidFill>
                  <a:srgbClr val="FF9900"/>
                </a:solidFill>
              </a:endParaRPr>
            </a:p>
          </p:txBody>
        </p:sp>
        <p:sp>
          <p:nvSpPr>
            <p:cNvPr id="1285" name="Google Shape;1285;p80"/>
            <p:cNvSpPr/>
            <p:nvPr/>
          </p:nvSpPr>
          <p:spPr>
            <a:xfrm flipH="1">
              <a:off x="4144021" y="2023122"/>
              <a:ext cx="811200" cy="25320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4FB043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" name="Google Shape;1286;p80"/>
            <p:cNvSpPr txBox="1"/>
            <p:nvPr/>
          </p:nvSpPr>
          <p:spPr>
            <a:xfrm>
              <a:off x="4059487" y="1561420"/>
              <a:ext cx="10779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4FB043"/>
                  </a:solidFill>
                </a:rPr>
                <a:t>recovery</a:t>
              </a:r>
              <a:endParaRPr sz="1800">
                <a:solidFill>
                  <a:srgbClr val="4FB043"/>
                </a:solidFill>
              </a:endParaRPr>
            </a:p>
          </p:txBody>
        </p:sp>
        <p:sp>
          <p:nvSpPr>
            <p:cNvPr id="1287" name="Google Shape;1287;p80"/>
            <p:cNvSpPr/>
            <p:nvPr/>
          </p:nvSpPr>
          <p:spPr>
            <a:xfrm rot="-3194570" flipH="1">
              <a:off x="4116447" y="3775786"/>
              <a:ext cx="1097882" cy="25314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B45F06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Google Shape;1288;p80"/>
            <p:cNvSpPr/>
            <p:nvPr/>
          </p:nvSpPr>
          <p:spPr>
            <a:xfrm rot="3062661" flipH="1">
              <a:off x="4116404" y="3623364"/>
              <a:ext cx="1097947" cy="253426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FF99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" name="Google Shape;1289;p80"/>
            <p:cNvSpPr txBox="1"/>
            <p:nvPr/>
          </p:nvSpPr>
          <p:spPr>
            <a:xfrm>
              <a:off x="1305624" y="3504875"/>
              <a:ext cx="2646000" cy="738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B45F06"/>
                  </a:solidFill>
                </a:rPr>
                <a:t>transmission from humans to mosquitoes</a:t>
              </a:r>
              <a:endParaRPr sz="1800">
                <a:solidFill>
                  <a:srgbClr val="B45F06"/>
                </a:solidFill>
              </a:endParaRPr>
            </a:p>
          </p:txBody>
        </p:sp>
        <p:sp>
          <p:nvSpPr>
            <p:cNvPr id="1290" name="Google Shape;1290;p80"/>
            <p:cNvSpPr/>
            <p:nvPr/>
          </p:nvSpPr>
          <p:spPr>
            <a:xfrm flipH="1">
              <a:off x="-351779" y="4853472"/>
              <a:ext cx="811200" cy="25320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chemeClr val="accent3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" name="Google Shape;1291;p80"/>
            <p:cNvSpPr txBox="1"/>
            <p:nvPr/>
          </p:nvSpPr>
          <p:spPr>
            <a:xfrm>
              <a:off x="-277972" y="4383775"/>
              <a:ext cx="8112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accent3"/>
                  </a:solidFill>
                </a:rPr>
                <a:t>death</a:t>
              </a:r>
              <a:endParaRPr sz="1800">
                <a:solidFill>
                  <a:schemeClr val="accent3"/>
                </a:solidFill>
              </a:endParaRPr>
            </a:p>
          </p:txBody>
        </p:sp>
        <p:sp>
          <p:nvSpPr>
            <p:cNvPr id="1292" name="Google Shape;1292;p80"/>
            <p:cNvSpPr txBox="1"/>
            <p:nvPr/>
          </p:nvSpPr>
          <p:spPr>
            <a:xfrm>
              <a:off x="4192828" y="5781575"/>
              <a:ext cx="8112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accent3"/>
                  </a:solidFill>
                </a:rPr>
                <a:t>birth</a:t>
              </a:r>
              <a:endParaRPr sz="1800">
                <a:solidFill>
                  <a:schemeClr val="accent3"/>
                </a:solidFill>
              </a:endParaRPr>
            </a:p>
          </p:txBody>
        </p:sp>
        <p:sp>
          <p:nvSpPr>
            <p:cNvPr id="1293" name="Google Shape;1293;p80"/>
            <p:cNvSpPr/>
            <p:nvPr/>
          </p:nvSpPr>
          <p:spPr>
            <a:xfrm>
              <a:off x="2213600" y="5875025"/>
              <a:ext cx="723900" cy="368400"/>
            </a:xfrm>
            <a:prstGeom prst="curvedUpArrow">
              <a:avLst>
                <a:gd name="adj1" fmla="val 25000"/>
                <a:gd name="adj2" fmla="val 50000"/>
                <a:gd name="adj3" fmla="val 25000"/>
              </a:avLst>
            </a:prstGeom>
            <a:solidFill>
              <a:schemeClr val="accent3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Google Shape;1294;p80"/>
            <p:cNvSpPr txBox="1"/>
            <p:nvPr/>
          </p:nvSpPr>
          <p:spPr>
            <a:xfrm>
              <a:off x="2745028" y="6029225"/>
              <a:ext cx="8112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accent3"/>
                  </a:solidFill>
                </a:rPr>
                <a:t>birth</a:t>
              </a:r>
              <a:endParaRPr sz="1800">
                <a:solidFill>
                  <a:schemeClr val="accent3"/>
                </a:solidFill>
              </a:endParaRPr>
            </a:p>
          </p:txBody>
        </p:sp>
      </p:grpSp>
      <p:pic>
        <p:nvPicPr>
          <p:cNvPr id="1295" name="Google Shape;1295;p80" descr="\delta&#10;%8ceadc8a-7b51-457b-8802-0d6e2d2d9b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33600" y="4286250"/>
            <a:ext cx="180975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6" name="Google Shape;1296;p80" descr="\mu&#10;%c6131315-a5c8-4d33-85f2-d66d147375b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10150" y="5981700"/>
            <a:ext cx="24765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7" name="Google Shape;1297;p80" descr="\mu&#10;%c6131315-a5c8-4d33-85f2-d66d147375b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57950" y="5753100"/>
            <a:ext cx="24765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8" name="Google Shape;1298;p80" descr="\gamma&#10;%1838c565-9895-4654-a1a6-2b4895c3883f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05600" y="1447800"/>
            <a:ext cx="21907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9" name="Google Shape;1299;p80" descr="\alpha&#10;%547a2822-0e80-4a77-9f9e-dc8a2a6d16c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296400" y="3505200"/>
            <a:ext cx="2667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0" name="Google Shape;1300;p80" descr="\beta&#10;%544c6c62-d6ed-4781-a665-5a062d36838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048000" y="3429000"/>
            <a:ext cx="228600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1301" name="Google Shape;1301;p80"/>
          <p:cNvSpPr txBox="1"/>
          <p:nvPr/>
        </p:nvSpPr>
        <p:spPr>
          <a:xfrm>
            <a:off x="7780178" y="5926825"/>
            <a:ext cx="811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3"/>
                </a:solidFill>
              </a:rPr>
              <a:t>death</a:t>
            </a:r>
            <a:endParaRPr sz="1800">
              <a:solidFill>
                <a:schemeClr val="accent3"/>
              </a:solidFill>
            </a:endParaRPr>
          </a:p>
        </p:txBody>
      </p:sp>
      <p:sp>
        <p:nvSpPr>
          <p:cNvPr id="1302" name="Google Shape;1302;p80"/>
          <p:cNvSpPr/>
          <p:nvPr/>
        </p:nvSpPr>
        <p:spPr>
          <a:xfrm rot="-5400000" flipH="1">
            <a:off x="8411221" y="5981072"/>
            <a:ext cx="811200" cy="2532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03" name="Google Shape;1303;p80" descr="\delta&#10;%8ceadc8a-7b51-457b-8802-0d6e2d2d9b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34400" y="5962650"/>
            <a:ext cx="180975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1304" name="Google Shape;1304;p80"/>
          <p:cNvSpPr txBox="1"/>
          <p:nvPr/>
        </p:nvSpPr>
        <p:spPr>
          <a:xfrm>
            <a:off x="9345525" y="63952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5" name="Google Shape;1305;p80"/>
          <p:cNvSpPr txBox="1">
            <a:spLocks noGrp="1"/>
          </p:cNvSpPr>
          <p:nvPr>
            <p:ph type="title"/>
          </p:nvPr>
        </p:nvSpPr>
        <p:spPr>
          <a:xfrm>
            <a:off x="666751" y="366185"/>
            <a:ext cx="10850100" cy="745200"/>
          </a:xfrm>
          <a:prstGeom prst="rect">
            <a:avLst/>
          </a:prstGeom>
        </p:spPr>
        <p:txBody>
          <a:bodyPr spcFirstLastPara="1" wrap="square" lIns="0" tIns="60925" rIns="121900" bIns="60925" anchor="ctr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solidFill>
                  <a:srgbClr val="0078AC"/>
                </a:solidFill>
                <a:latin typeface="Calibri"/>
                <a:ea typeface="Calibri"/>
                <a:cs typeface="Calibri"/>
                <a:sym typeface="Calibri"/>
              </a:rPr>
              <a:t>SIS-SI model - Tutorial</a:t>
            </a:r>
            <a:endParaRPr sz="2900">
              <a:solidFill>
                <a:srgbClr val="0078A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6" name="Google Shape;1306;p80"/>
          <p:cNvSpPr/>
          <p:nvPr/>
        </p:nvSpPr>
        <p:spPr>
          <a:xfrm>
            <a:off x="2440000" y="4150419"/>
            <a:ext cx="3188100" cy="1354500"/>
          </a:xfrm>
          <a:prstGeom prst="roundRect">
            <a:avLst>
              <a:gd name="adj" fmla="val 16667"/>
            </a:avLst>
          </a:prstGeom>
          <a:noFill/>
          <a:ln w="152400" cap="flat" cmpd="sng">
            <a:solidFill>
              <a:srgbClr val="0078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7" name="Google Shape;1307;p80"/>
          <p:cNvSpPr txBox="1"/>
          <p:nvPr/>
        </p:nvSpPr>
        <p:spPr>
          <a:xfrm>
            <a:off x="2593886" y="4197155"/>
            <a:ext cx="2847900" cy="13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00">
                <a:solidFill>
                  <a:schemeClr val="accent1"/>
                </a:solidFill>
              </a:rPr>
              <a:t>susceptible mosquitoes</a:t>
            </a:r>
            <a:endParaRPr sz="3800">
              <a:solidFill>
                <a:schemeClr val="accent1"/>
              </a:solidFill>
            </a:endParaRPr>
          </a:p>
        </p:txBody>
      </p:sp>
      <p:sp>
        <p:nvSpPr>
          <p:cNvPr id="1308" name="Google Shape;1308;p80"/>
          <p:cNvSpPr/>
          <p:nvPr/>
        </p:nvSpPr>
        <p:spPr>
          <a:xfrm>
            <a:off x="6823950" y="4203257"/>
            <a:ext cx="3188100" cy="1354500"/>
          </a:xfrm>
          <a:prstGeom prst="roundRect">
            <a:avLst>
              <a:gd name="adj" fmla="val 16667"/>
            </a:avLst>
          </a:prstGeom>
          <a:noFill/>
          <a:ln w="152400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9" name="Google Shape;1309;p80"/>
          <p:cNvSpPr txBox="1"/>
          <p:nvPr/>
        </p:nvSpPr>
        <p:spPr>
          <a:xfrm>
            <a:off x="6977836" y="4173793"/>
            <a:ext cx="2847900" cy="13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00">
                <a:solidFill>
                  <a:schemeClr val="accent1"/>
                </a:solidFill>
              </a:rPr>
              <a:t>infectious mosquitoes</a:t>
            </a:r>
            <a:endParaRPr sz="3800">
              <a:solidFill>
                <a:schemeClr val="accent1"/>
              </a:solidFill>
            </a:endParaRPr>
          </a:p>
        </p:txBody>
      </p:sp>
      <p:sp>
        <p:nvSpPr>
          <p:cNvPr id="1310" name="Google Shape;1310;p80"/>
          <p:cNvSpPr/>
          <p:nvPr/>
        </p:nvSpPr>
        <p:spPr>
          <a:xfrm rot="10800000" flipH="1">
            <a:off x="5820385" y="4335620"/>
            <a:ext cx="811200" cy="2532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B45F0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1" name="Google Shape;1311;p80"/>
          <p:cNvSpPr/>
          <p:nvPr/>
        </p:nvSpPr>
        <p:spPr>
          <a:xfrm flipH="1">
            <a:off x="1324621" y="4701072"/>
            <a:ext cx="811200" cy="2532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2" name="Google Shape;1312;p80"/>
          <p:cNvSpPr txBox="1"/>
          <p:nvPr/>
        </p:nvSpPr>
        <p:spPr>
          <a:xfrm>
            <a:off x="1398428" y="4231375"/>
            <a:ext cx="811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3"/>
                </a:solidFill>
              </a:rPr>
              <a:t>death</a:t>
            </a:r>
            <a:endParaRPr sz="1800">
              <a:solidFill>
                <a:schemeClr val="accent3"/>
              </a:solidFill>
            </a:endParaRPr>
          </a:p>
        </p:txBody>
      </p:sp>
      <p:sp>
        <p:nvSpPr>
          <p:cNvPr id="1313" name="Google Shape;1313;p80"/>
          <p:cNvSpPr/>
          <p:nvPr/>
        </p:nvSpPr>
        <p:spPr>
          <a:xfrm flipH="1">
            <a:off x="5820421" y="5324622"/>
            <a:ext cx="811200" cy="2532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4" name="Google Shape;1314;p80"/>
          <p:cNvSpPr txBox="1"/>
          <p:nvPr/>
        </p:nvSpPr>
        <p:spPr>
          <a:xfrm>
            <a:off x="5869228" y="5629175"/>
            <a:ext cx="811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3"/>
                </a:solidFill>
              </a:rPr>
              <a:t>birth</a:t>
            </a:r>
            <a:endParaRPr sz="1800">
              <a:solidFill>
                <a:schemeClr val="accent3"/>
              </a:solidFill>
            </a:endParaRPr>
          </a:p>
        </p:txBody>
      </p:sp>
      <p:sp>
        <p:nvSpPr>
          <p:cNvPr id="1315" name="Google Shape;1315;p80"/>
          <p:cNvSpPr/>
          <p:nvPr/>
        </p:nvSpPr>
        <p:spPr>
          <a:xfrm>
            <a:off x="3890000" y="5722625"/>
            <a:ext cx="723900" cy="368400"/>
          </a:xfrm>
          <a:prstGeom prst="curvedUpArrow">
            <a:avLst>
              <a:gd name="adj1" fmla="val 25000"/>
              <a:gd name="adj2" fmla="val 50000"/>
              <a:gd name="adj3" fmla="val 25000"/>
            </a:avLst>
          </a:prstGeom>
          <a:solidFill>
            <a:schemeClr val="accent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6" name="Google Shape;1316;p80"/>
          <p:cNvSpPr txBox="1"/>
          <p:nvPr/>
        </p:nvSpPr>
        <p:spPr>
          <a:xfrm>
            <a:off x="4421428" y="5876825"/>
            <a:ext cx="811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3"/>
                </a:solidFill>
              </a:rPr>
              <a:t>birth</a:t>
            </a:r>
            <a:endParaRPr sz="1800">
              <a:solidFill>
                <a:schemeClr val="accent3"/>
              </a:solidFill>
            </a:endParaRPr>
          </a:p>
        </p:txBody>
      </p:sp>
      <p:sp>
        <p:nvSpPr>
          <p:cNvPr id="1317" name="Google Shape;1317;p80"/>
          <p:cNvSpPr txBox="1"/>
          <p:nvPr/>
        </p:nvSpPr>
        <p:spPr>
          <a:xfrm>
            <a:off x="10938500" y="4509350"/>
            <a:ext cx="12954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i="1">
                <a:solidFill>
                  <a:schemeClr val="accent1"/>
                </a:solidFill>
              </a:rPr>
              <a:t>SI</a:t>
            </a:r>
            <a:endParaRPr sz="3600" i="1">
              <a:solidFill>
                <a:schemeClr val="accent1"/>
              </a:solidFill>
            </a:endParaRPr>
          </a:p>
        </p:txBody>
      </p:sp>
      <p:sp>
        <p:nvSpPr>
          <p:cNvPr id="1318" name="Google Shape;1318;p80"/>
          <p:cNvSpPr txBox="1"/>
          <p:nvPr/>
        </p:nvSpPr>
        <p:spPr>
          <a:xfrm>
            <a:off x="7780178" y="5926825"/>
            <a:ext cx="811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3"/>
                </a:solidFill>
              </a:rPr>
              <a:t>death</a:t>
            </a:r>
            <a:endParaRPr sz="1800">
              <a:solidFill>
                <a:schemeClr val="accent3"/>
              </a:solidFill>
            </a:endParaRPr>
          </a:p>
        </p:txBody>
      </p:sp>
      <p:sp>
        <p:nvSpPr>
          <p:cNvPr id="1319" name="Google Shape;1319;p80"/>
          <p:cNvSpPr/>
          <p:nvPr/>
        </p:nvSpPr>
        <p:spPr>
          <a:xfrm rot="-5400000" flipH="1">
            <a:off x="8411221" y="5981072"/>
            <a:ext cx="811200" cy="2532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0" name="Google Shape;1320;p80"/>
          <p:cNvSpPr txBox="1"/>
          <p:nvPr/>
        </p:nvSpPr>
        <p:spPr>
          <a:xfrm>
            <a:off x="10938500" y="2070950"/>
            <a:ext cx="12954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i="1">
                <a:solidFill>
                  <a:schemeClr val="accent1"/>
                </a:solidFill>
              </a:rPr>
              <a:t>SIS</a:t>
            </a:r>
            <a:endParaRPr sz="3600" i="1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25" name="Google Shape;1325;p81"/>
          <p:cNvGrpSpPr/>
          <p:nvPr/>
        </p:nvGrpSpPr>
        <p:grpSpPr>
          <a:xfrm>
            <a:off x="1324621" y="1409020"/>
            <a:ext cx="8687429" cy="4929505"/>
            <a:chOff x="-351779" y="1561420"/>
            <a:chExt cx="8687429" cy="4929505"/>
          </a:xfrm>
        </p:grpSpPr>
        <p:sp>
          <p:nvSpPr>
            <p:cNvPr id="1326" name="Google Shape;1326;p81"/>
            <p:cNvSpPr/>
            <p:nvPr/>
          </p:nvSpPr>
          <p:spPr>
            <a:xfrm>
              <a:off x="763600" y="1915544"/>
              <a:ext cx="3188100" cy="1354500"/>
            </a:xfrm>
            <a:prstGeom prst="roundRect">
              <a:avLst>
                <a:gd name="adj" fmla="val 16667"/>
              </a:avLst>
            </a:prstGeom>
            <a:noFill/>
            <a:ln w="152400" cap="flat" cmpd="sng">
              <a:solidFill>
                <a:srgbClr val="95C0D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Google Shape;1327;p81"/>
            <p:cNvSpPr/>
            <p:nvPr/>
          </p:nvSpPr>
          <p:spPr>
            <a:xfrm>
              <a:off x="5147550" y="1915550"/>
              <a:ext cx="3188100" cy="1401300"/>
            </a:xfrm>
            <a:prstGeom prst="roundRect">
              <a:avLst>
                <a:gd name="adj" fmla="val 16667"/>
              </a:avLst>
            </a:prstGeom>
            <a:noFill/>
            <a:ln w="152400" cap="flat" cmpd="sng">
              <a:solidFill>
                <a:srgbClr val="E97F7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Google Shape;1328;p81"/>
            <p:cNvSpPr txBox="1"/>
            <p:nvPr/>
          </p:nvSpPr>
          <p:spPr>
            <a:xfrm>
              <a:off x="833300" y="1962275"/>
              <a:ext cx="3118200" cy="129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>
                  <a:solidFill>
                    <a:schemeClr val="accent1"/>
                  </a:solidFill>
                </a:rPr>
                <a:t>susceptible humans </a:t>
              </a:r>
              <a:endParaRPr sz="3600">
                <a:solidFill>
                  <a:schemeClr val="accent1"/>
                </a:solidFill>
              </a:endParaRPr>
            </a:p>
          </p:txBody>
        </p:sp>
        <p:sp>
          <p:nvSpPr>
            <p:cNvPr id="1329" name="Google Shape;1329;p81"/>
            <p:cNvSpPr txBox="1"/>
            <p:nvPr/>
          </p:nvSpPr>
          <p:spPr>
            <a:xfrm>
              <a:off x="5049875" y="1953300"/>
              <a:ext cx="3229500" cy="129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>
                  <a:solidFill>
                    <a:schemeClr val="accent1"/>
                  </a:solidFill>
                </a:rPr>
                <a:t>infectious</a:t>
              </a:r>
              <a:endParaRPr sz="3600">
                <a:solidFill>
                  <a:schemeClr val="accent1"/>
                </a:solidFill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>
                  <a:solidFill>
                    <a:schemeClr val="accent1"/>
                  </a:solidFill>
                </a:rPr>
                <a:t>humans </a:t>
              </a:r>
              <a:endParaRPr sz="3600">
                <a:solidFill>
                  <a:schemeClr val="accent1"/>
                </a:solidFill>
              </a:endParaRPr>
            </a:p>
          </p:txBody>
        </p:sp>
        <p:sp>
          <p:nvSpPr>
            <p:cNvPr id="1330" name="Google Shape;1330;p81"/>
            <p:cNvSpPr/>
            <p:nvPr/>
          </p:nvSpPr>
          <p:spPr>
            <a:xfrm rot="10800000" flipH="1">
              <a:off x="4143985" y="2887820"/>
              <a:ext cx="811200" cy="25320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FF99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Google Shape;1331;p81"/>
            <p:cNvSpPr txBox="1"/>
            <p:nvPr/>
          </p:nvSpPr>
          <p:spPr>
            <a:xfrm>
              <a:off x="5049864" y="3532988"/>
              <a:ext cx="3043200" cy="738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FF9900"/>
                  </a:solidFill>
                </a:rPr>
                <a:t>transmission from mosquitoes to humans</a:t>
              </a:r>
              <a:endParaRPr sz="1800">
                <a:solidFill>
                  <a:srgbClr val="FF9900"/>
                </a:solidFill>
              </a:endParaRPr>
            </a:p>
          </p:txBody>
        </p:sp>
        <p:sp>
          <p:nvSpPr>
            <p:cNvPr id="1332" name="Google Shape;1332;p81"/>
            <p:cNvSpPr/>
            <p:nvPr/>
          </p:nvSpPr>
          <p:spPr>
            <a:xfrm flipH="1">
              <a:off x="4144021" y="2023122"/>
              <a:ext cx="811200" cy="25320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4FB043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Google Shape;1333;p81"/>
            <p:cNvSpPr txBox="1"/>
            <p:nvPr/>
          </p:nvSpPr>
          <p:spPr>
            <a:xfrm>
              <a:off x="4059487" y="1561420"/>
              <a:ext cx="10779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4FB043"/>
                  </a:solidFill>
                </a:rPr>
                <a:t>recovery</a:t>
              </a:r>
              <a:endParaRPr sz="1800">
                <a:solidFill>
                  <a:srgbClr val="4FB043"/>
                </a:solidFill>
              </a:endParaRPr>
            </a:p>
          </p:txBody>
        </p:sp>
        <p:sp>
          <p:nvSpPr>
            <p:cNvPr id="1334" name="Google Shape;1334;p81"/>
            <p:cNvSpPr/>
            <p:nvPr/>
          </p:nvSpPr>
          <p:spPr>
            <a:xfrm rot="-3194570" flipH="1">
              <a:off x="4116447" y="3775786"/>
              <a:ext cx="1097882" cy="25314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B45F06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Google Shape;1335;p81"/>
            <p:cNvSpPr/>
            <p:nvPr/>
          </p:nvSpPr>
          <p:spPr>
            <a:xfrm rot="3062661" flipH="1">
              <a:off x="4116404" y="3623364"/>
              <a:ext cx="1097947" cy="253426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FF99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Google Shape;1336;p81"/>
            <p:cNvSpPr txBox="1"/>
            <p:nvPr/>
          </p:nvSpPr>
          <p:spPr>
            <a:xfrm>
              <a:off x="1305624" y="3504875"/>
              <a:ext cx="2646000" cy="738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B45F06"/>
                  </a:solidFill>
                </a:rPr>
                <a:t>transmission from humans to mosquitoes</a:t>
              </a:r>
              <a:endParaRPr sz="1800">
                <a:solidFill>
                  <a:srgbClr val="B45F06"/>
                </a:solidFill>
              </a:endParaRPr>
            </a:p>
          </p:txBody>
        </p:sp>
        <p:sp>
          <p:nvSpPr>
            <p:cNvPr id="1337" name="Google Shape;1337;p81"/>
            <p:cNvSpPr/>
            <p:nvPr/>
          </p:nvSpPr>
          <p:spPr>
            <a:xfrm flipH="1">
              <a:off x="-351779" y="4853472"/>
              <a:ext cx="811200" cy="25320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chemeClr val="accent3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Google Shape;1338;p81"/>
            <p:cNvSpPr txBox="1"/>
            <p:nvPr/>
          </p:nvSpPr>
          <p:spPr>
            <a:xfrm>
              <a:off x="4192828" y="5781575"/>
              <a:ext cx="8112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accent3"/>
                  </a:solidFill>
                </a:rPr>
                <a:t>birth</a:t>
              </a:r>
              <a:endParaRPr sz="1800">
                <a:solidFill>
                  <a:schemeClr val="accent3"/>
                </a:solidFill>
              </a:endParaRPr>
            </a:p>
          </p:txBody>
        </p:sp>
        <p:sp>
          <p:nvSpPr>
            <p:cNvPr id="1339" name="Google Shape;1339;p81"/>
            <p:cNvSpPr/>
            <p:nvPr/>
          </p:nvSpPr>
          <p:spPr>
            <a:xfrm>
              <a:off x="2213600" y="5875025"/>
              <a:ext cx="723900" cy="368400"/>
            </a:xfrm>
            <a:prstGeom prst="curvedUpArrow">
              <a:avLst>
                <a:gd name="adj1" fmla="val 25000"/>
                <a:gd name="adj2" fmla="val 50000"/>
                <a:gd name="adj3" fmla="val 25000"/>
              </a:avLst>
            </a:prstGeom>
            <a:solidFill>
              <a:schemeClr val="accent3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Google Shape;1340;p81"/>
            <p:cNvSpPr txBox="1"/>
            <p:nvPr/>
          </p:nvSpPr>
          <p:spPr>
            <a:xfrm>
              <a:off x="2745028" y="6029225"/>
              <a:ext cx="8112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accent3"/>
                  </a:solidFill>
                </a:rPr>
                <a:t>birth</a:t>
              </a:r>
              <a:endParaRPr sz="1800">
                <a:solidFill>
                  <a:schemeClr val="accent3"/>
                </a:solidFill>
              </a:endParaRPr>
            </a:p>
          </p:txBody>
        </p:sp>
      </p:grpSp>
      <p:pic>
        <p:nvPicPr>
          <p:cNvPr id="1341" name="Google Shape;1341;p81" descr="\alpha&#10;%547a2822-0e80-4a77-9f9e-dc8a2a6d16c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96400" y="3505200"/>
            <a:ext cx="2667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2" name="Google Shape;1342;p81" descr="\beta&#10;%544c6c62-d6ed-4781-a665-5a062d36838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91706" y="3429000"/>
            <a:ext cx="228600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1343" name="Google Shape;1343;p81"/>
          <p:cNvSpPr/>
          <p:nvPr/>
        </p:nvSpPr>
        <p:spPr>
          <a:xfrm rot="-5400000" flipH="1">
            <a:off x="8411221" y="5981072"/>
            <a:ext cx="811200" cy="2532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4" name="Google Shape;1344;p81"/>
          <p:cNvSpPr txBox="1"/>
          <p:nvPr/>
        </p:nvSpPr>
        <p:spPr>
          <a:xfrm>
            <a:off x="9345525" y="63952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5" name="Google Shape;1345;p81"/>
          <p:cNvSpPr txBox="1">
            <a:spLocks noGrp="1"/>
          </p:cNvSpPr>
          <p:nvPr>
            <p:ph type="title"/>
          </p:nvPr>
        </p:nvSpPr>
        <p:spPr>
          <a:xfrm>
            <a:off x="666751" y="366185"/>
            <a:ext cx="10850100" cy="745200"/>
          </a:xfrm>
          <a:prstGeom prst="rect">
            <a:avLst/>
          </a:prstGeom>
        </p:spPr>
        <p:txBody>
          <a:bodyPr spcFirstLastPara="1" wrap="square" lIns="0" tIns="60925" rIns="121900" bIns="60925" anchor="ctr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solidFill>
                  <a:srgbClr val="0078AC"/>
                </a:solidFill>
                <a:latin typeface="Calibri"/>
                <a:ea typeface="Calibri"/>
                <a:cs typeface="Calibri"/>
                <a:sym typeface="Calibri"/>
              </a:rPr>
              <a:t>SIS-SI model - Tutorial</a:t>
            </a:r>
            <a:endParaRPr sz="2900">
              <a:solidFill>
                <a:srgbClr val="0078A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6" name="Google Shape;1346;p81"/>
          <p:cNvSpPr/>
          <p:nvPr/>
        </p:nvSpPr>
        <p:spPr>
          <a:xfrm>
            <a:off x="2440000" y="4150419"/>
            <a:ext cx="3188100" cy="1354500"/>
          </a:xfrm>
          <a:prstGeom prst="roundRect">
            <a:avLst>
              <a:gd name="adj" fmla="val 16667"/>
            </a:avLst>
          </a:prstGeom>
          <a:noFill/>
          <a:ln w="152400" cap="flat" cmpd="sng">
            <a:solidFill>
              <a:srgbClr val="0078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7" name="Google Shape;1347;p81"/>
          <p:cNvSpPr txBox="1"/>
          <p:nvPr/>
        </p:nvSpPr>
        <p:spPr>
          <a:xfrm>
            <a:off x="2593886" y="4197155"/>
            <a:ext cx="2847900" cy="13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00">
                <a:solidFill>
                  <a:schemeClr val="accent1"/>
                </a:solidFill>
              </a:rPr>
              <a:t>susceptible mosquitoes</a:t>
            </a:r>
            <a:endParaRPr sz="3800">
              <a:solidFill>
                <a:schemeClr val="accent1"/>
              </a:solidFill>
            </a:endParaRPr>
          </a:p>
        </p:txBody>
      </p:sp>
      <p:sp>
        <p:nvSpPr>
          <p:cNvPr id="1348" name="Google Shape;1348;p81"/>
          <p:cNvSpPr/>
          <p:nvPr/>
        </p:nvSpPr>
        <p:spPr>
          <a:xfrm>
            <a:off x="6823950" y="4203257"/>
            <a:ext cx="3188100" cy="1354500"/>
          </a:xfrm>
          <a:prstGeom prst="roundRect">
            <a:avLst>
              <a:gd name="adj" fmla="val 16667"/>
            </a:avLst>
          </a:prstGeom>
          <a:noFill/>
          <a:ln w="152400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9" name="Google Shape;1349;p81"/>
          <p:cNvSpPr txBox="1"/>
          <p:nvPr/>
        </p:nvSpPr>
        <p:spPr>
          <a:xfrm>
            <a:off x="6977836" y="4173793"/>
            <a:ext cx="2847900" cy="13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00">
                <a:solidFill>
                  <a:schemeClr val="accent1"/>
                </a:solidFill>
              </a:rPr>
              <a:t>infectious mosquitoes</a:t>
            </a:r>
            <a:endParaRPr sz="3800">
              <a:solidFill>
                <a:schemeClr val="accent1"/>
              </a:solidFill>
            </a:endParaRPr>
          </a:p>
        </p:txBody>
      </p:sp>
      <p:sp>
        <p:nvSpPr>
          <p:cNvPr id="1350" name="Google Shape;1350;p81"/>
          <p:cNvSpPr/>
          <p:nvPr/>
        </p:nvSpPr>
        <p:spPr>
          <a:xfrm rot="10800000" flipH="1">
            <a:off x="5820385" y="4335620"/>
            <a:ext cx="811200" cy="2532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B45F0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1" name="Google Shape;1351;p81"/>
          <p:cNvSpPr/>
          <p:nvPr/>
        </p:nvSpPr>
        <p:spPr>
          <a:xfrm flipH="1">
            <a:off x="1324621" y="4701072"/>
            <a:ext cx="811200" cy="2532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2" name="Google Shape;1352;p81"/>
          <p:cNvSpPr txBox="1"/>
          <p:nvPr/>
        </p:nvSpPr>
        <p:spPr>
          <a:xfrm>
            <a:off x="1118650" y="4203050"/>
            <a:ext cx="811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3"/>
                </a:solidFill>
              </a:rPr>
              <a:t>death</a:t>
            </a:r>
            <a:endParaRPr sz="1800">
              <a:solidFill>
                <a:schemeClr val="accent3"/>
              </a:solidFill>
            </a:endParaRPr>
          </a:p>
        </p:txBody>
      </p:sp>
      <p:sp>
        <p:nvSpPr>
          <p:cNvPr id="1353" name="Google Shape;1353;p81"/>
          <p:cNvSpPr/>
          <p:nvPr/>
        </p:nvSpPr>
        <p:spPr>
          <a:xfrm flipH="1">
            <a:off x="5820421" y="5324622"/>
            <a:ext cx="811200" cy="2532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4" name="Google Shape;1354;p81"/>
          <p:cNvSpPr/>
          <p:nvPr/>
        </p:nvSpPr>
        <p:spPr>
          <a:xfrm>
            <a:off x="3890000" y="5722625"/>
            <a:ext cx="723900" cy="368400"/>
          </a:xfrm>
          <a:prstGeom prst="curvedUpArrow">
            <a:avLst>
              <a:gd name="adj1" fmla="val 25000"/>
              <a:gd name="adj2" fmla="val 50000"/>
              <a:gd name="adj3" fmla="val 25000"/>
            </a:avLst>
          </a:prstGeom>
          <a:solidFill>
            <a:schemeClr val="accent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5" name="Google Shape;1355;p81"/>
          <p:cNvSpPr txBox="1"/>
          <p:nvPr/>
        </p:nvSpPr>
        <p:spPr>
          <a:xfrm>
            <a:off x="10938500" y="4509350"/>
            <a:ext cx="12954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i="1">
                <a:solidFill>
                  <a:schemeClr val="accent1"/>
                </a:solidFill>
              </a:rPr>
              <a:t>SI</a:t>
            </a:r>
            <a:endParaRPr sz="3600" i="1">
              <a:solidFill>
                <a:schemeClr val="accent1"/>
              </a:solidFill>
            </a:endParaRPr>
          </a:p>
        </p:txBody>
      </p:sp>
      <p:sp>
        <p:nvSpPr>
          <p:cNvPr id="1356" name="Google Shape;1356;p81"/>
          <p:cNvSpPr txBox="1"/>
          <p:nvPr/>
        </p:nvSpPr>
        <p:spPr>
          <a:xfrm>
            <a:off x="7841333" y="5906773"/>
            <a:ext cx="811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3"/>
                </a:solidFill>
              </a:rPr>
              <a:t>death</a:t>
            </a:r>
            <a:endParaRPr sz="1800">
              <a:solidFill>
                <a:schemeClr val="accent3"/>
              </a:solidFill>
            </a:endParaRPr>
          </a:p>
        </p:txBody>
      </p:sp>
      <p:sp>
        <p:nvSpPr>
          <p:cNvPr id="1357" name="Google Shape;1357;p81"/>
          <p:cNvSpPr/>
          <p:nvPr/>
        </p:nvSpPr>
        <p:spPr>
          <a:xfrm rot="-5400000" flipH="1">
            <a:off x="8411221" y="5981072"/>
            <a:ext cx="811200" cy="2532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8" name="Google Shape;1358;p81"/>
          <p:cNvSpPr txBox="1"/>
          <p:nvPr/>
        </p:nvSpPr>
        <p:spPr>
          <a:xfrm>
            <a:off x="10938500" y="2070950"/>
            <a:ext cx="12954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i="1">
                <a:solidFill>
                  <a:schemeClr val="accent1"/>
                </a:solidFill>
              </a:rPr>
              <a:t>SIS</a:t>
            </a:r>
            <a:endParaRPr sz="3600" i="1">
              <a:solidFill>
                <a:schemeClr val="accent1"/>
              </a:solidFill>
            </a:endParaRPr>
          </a:p>
        </p:txBody>
      </p:sp>
      <p:pic>
        <p:nvPicPr>
          <p:cNvPr id="1359" name="Google Shape;1359;p81" descr="\frac{1}{25}&#10;%5ec9ecc0-3a95-41a4-8a17-afec4504bab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45000" y="1111375"/>
            <a:ext cx="361950" cy="390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0" name="Google Shape;1360;p81" descr="\frac{1}{10}&#10;%eb01e735-6ffc-45b8-8417-4b8bc4a9c38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113429" y="5912413"/>
            <a:ext cx="361950" cy="390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1" name="Google Shape;1361;p81" descr="\frac{1}{10}&#10;%eb01e735-6ffc-45b8-8417-4b8bc4a9c38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086297" y="5922098"/>
            <a:ext cx="361950" cy="390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2" name="Google Shape;1362;p81" descr="\frac{1}{10}&#10;%eb01e735-6ffc-45b8-8417-4b8bc4a9c38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747406" y="5727902"/>
            <a:ext cx="361950" cy="390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3" name="Google Shape;1363;p81" descr="\frac{1}{10}&#10;%eb01e735-6ffc-45b8-8417-4b8bc4a9c38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863980" y="4269654"/>
            <a:ext cx="361950" cy="390525"/>
          </a:xfrm>
          <a:prstGeom prst="rect">
            <a:avLst/>
          </a:prstGeom>
          <a:noFill/>
          <a:ln>
            <a:noFill/>
          </a:ln>
        </p:spPr>
      </p:pic>
      <p:sp>
        <p:nvSpPr>
          <p:cNvPr id="1364" name="Google Shape;1364;p81"/>
          <p:cNvSpPr txBox="1"/>
          <p:nvPr/>
        </p:nvSpPr>
        <p:spPr>
          <a:xfrm>
            <a:off x="2429805" y="3357210"/>
            <a:ext cx="1094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1"/>
                </a:solidFill>
              </a:rPr>
              <a:t>= 0.5</a:t>
            </a:r>
            <a:endParaRPr sz="2400">
              <a:solidFill>
                <a:schemeClr val="accent1"/>
              </a:solidFill>
            </a:endParaRPr>
          </a:p>
        </p:txBody>
      </p:sp>
      <p:sp>
        <p:nvSpPr>
          <p:cNvPr id="1365" name="Google Shape;1365;p81"/>
          <p:cNvSpPr txBox="1"/>
          <p:nvPr/>
        </p:nvSpPr>
        <p:spPr>
          <a:xfrm>
            <a:off x="5939700" y="339800"/>
            <a:ext cx="5871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1"/>
                </a:solidFill>
              </a:rPr>
              <a:t>alpha = biting rate* seeking * infectivity </a:t>
            </a:r>
            <a:endParaRPr sz="2400">
              <a:solidFill>
                <a:schemeClr val="accent1"/>
              </a:solidFill>
            </a:endParaRPr>
          </a:p>
        </p:txBody>
      </p:sp>
      <p:pic>
        <p:nvPicPr>
          <p:cNvPr id="1366" name="Google Shape;1366;p81" descr="\alpha = 0.3*0.01*0.03&#10;%09158e1a-b7c0-4df0-b6d8-216a1252768b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096701" y="923828"/>
            <a:ext cx="2724150" cy="238125"/>
          </a:xfrm>
          <a:prstGeom prst="rect">
            <a:avLst/>
          </a:prstGeom>
          <a:noFill/>
          <a:ln>
            <a:noFill/>
          </a:ln>
        </p:spPr>
      </p:pic>
      <p:sp>
        <p:nvSpPr>
          <p:cNvPr id="1367" name="Google Shape;1367;p81"/>
          <p:cNvSpPr txBox="1"/>
          <p:nvPr/>
        </p:nvSpPr>
        <p:spPr>
          <a:xfrm>
            <a:off x="9563100" y="3336834"/>
            <a:ext cx="2370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1"/>
                </a:solidFill>
              </a:rPr>
              <a:t>= 0.00009</a:t>
            </a:r>
            <a:endParaRPr sz="2400">
              <a:solidFill>
                <a:schemeClr val="accent1"/>
              </a:solidFill>
            </a:endParaRPr>
          </a:p>
        </p:txBody>
      </p:sp>
      <p:pic>
        <p:nvPicPr>
          <p:cNvPr id="1368" name="Google Shape;1368;p81" descr="\gamma&#10;%1838c565-9895-4654-a1a6-2b4895c3883f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686202" y="1223532"/>
            <a:ext cx="21907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9" name="Google Shape;1369;p81" descr="\mu&#10;%c6131315-a5c8-4d33-85f2-d66d147375b4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118627" y="6011219"/>
            <a:ext cx="24765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0" name="Google Shape;1370;p81" descr="\mu&#10;%c6131315-a5c8-4d33-85f2-d66d147375b4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8182072" y="6252082"/>
            <a:ext cx="24765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1" name="Google Shape;1371;p81" descr="\mu&#10;%c6131315-a5c8-4d33-85f2-d66d147375b4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634363" y="6237179"/>
            <a:ext cx="24765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2" name="Google Shape;1372;p81" descr="\mu&#10;%c6131315-a5c8-4d33-85f2-d66d147375b4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831896" y="4331563"/>
            <a:ext cx="247650" cy="26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77" name="Google Shape;1377;p82"/>
          <p:cNvGrpSpPr/>
          <p:nvPr/>
        </p:nvGrpSpPr>
        <p:grpSpPr>
          <a:xfrm>
            <a:off x="1324621" y="1409020"/>
            <a:ext cx="8687429" cy="4929505"/>
            <a:chOff x="-351779" y="1561420"/>
            <a:chExt cx="8687429" cy="4929505"/>
          </a:xfrm>
        </p:grpSpPr>
        <p:sp>
          <p:nvSpPr>
            <p:cNvPr id="1378" name="Google Shape;1378;p82"/>
            <p:cNvSpPr/>
            <p:nvPr/>
          </p:nvSpPr>
          <p:spPr>
            <a:xfrm>
              <a:off x="763600" y="1915544"/>
              <a:ext cx="3188100" cy="1354500"/>
            </a:xfrm>
            <a:prstGeom prst="roundRect">
              <a:avLst>
                <a:gd name="adj" fmla="val 16667"/>
              </a:avLst>
            </a:prstGeom>
            <a:noFill/>
            <a:ln w="152400" cap="flat" cmpd="sng">
              <a:solidFill>
                <a:srgbClr val="95C0D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" name="Google Shape;1379;p82"/>
            <p:cNvSpPr/>
            <p:nvPr/>
          </p:nvSpPr>
          <p:spPr>
            <a:xfrm>
              <a:off x="5147550" y="1915550"/>
              <a:ext cx="3188100" cy="1401300"/>
            </a:xfrm>
            <a:prstGeom prst="roundRect">
              <a:avLst>
                <a:gd name="adj" fmla="val 16667"/>
              </a:avLst>
            </a:prstGeom>
            <a:noFill/>
            <a:ln w="152400" cap="flat" cmpd="sng">
              <a:solidFill>
                <a:srgbClr val="E97F7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Google Shape;1380;p82"/>
            <p:cNvSpPr txBox="1"/>
            <p:nvPr/>
          </p:nvSpPr>
          <p:spPr>
            <a:xfrm>
              <a:off x="833300" y="1962275"/>
              <a:ext cx="3118200" cy="129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>
                  <a:solidFill>
                    <a:schemeClr val="accent1"/>
                  </a:solidFill>
                </a:rPr>
                <a:t>susceptible humans </a:t>
              </a:r>
              <a:endParaRPr sz="3600">
                <a:solidFill>
                  <a:schemeClr val="accent1"/>
                </a:solidFill>
              </a:endParaRPr>
            </a:p>
          </p:txBody>
        </p:sp>
        <p:sp>
          <p:nvSpPr>
            <p:cNvPr id="1381" name="Google Shape;1381;p82"/>
            <p:cNvSpPr txBox="1"/>
            <p:nvPr/>
          </p:nvSpPr>
          <p:spPr>
            <a:xfrm>
              <a:off x="5049875" y="1953300"/>
              <a:ext cx="3229500" cy="129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>
                  <a:solidFill>
                    <a:schemeClr val="accent1"/>
                  </a:solidFill>
                </a:rPr>
                <a:t>infectious</a:t>
              </a:r>
              <a:endParaRPr sz="3600">
                <a:solidFill>
                  <a:schemeClr val="accent1"/>
                </a:solidFill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>
                  <a:solidFill>
                    <a:schemeClr val="accent1"/>
                  </a:solidFill>
                </a:rPr>
                <a:t>humans </a:t>
              </a:r>
              <a:endParaRPr sz="3600">
                <a:solidFill>
                  <a:schemeClr val="accent1"/>
                </a:solidFill>
              </a:endParaRPr>
            </a:p>
          </p:txBody>
        </p:sp>
        <p:sp>
          <p:nvSpPr>
            <p:cNvPr id="1382" name="Google Shape;1382;p82"/>
            <p:cNvSpPr/>
            <p:nvPr/>
          </p:nvSpPr>
          <p:spPr>
            <a:xfrm rot="10800000" flipH="1">
              <a:off x="4143985" y="2887820"/>
              <a:ext cx="811200" cy="25320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FF99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" name="Google Shape;1383;p82"/>
            <p:cNvSpPr txBox="1"/>
            <p:nvPr/>
          </p:nvSpPr>
          <p:spPr>
            <a:xfrm>
              <a:off x="5049864" y="3532988"/>
              <a:ext cx="3043200" cy="738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FF9900"/>
                  </a:solidFill>
                </a:rPr>
                <a:t>transmission from mosquitoes to humans</a:t>
              </a:r>
              <a:endParaRPr sz="1800">
                <a:solidFill>
                  <a:srgbClr val="FF9900"/>
                </a:solidFill>
              </a:endParaRPr>
            </a:p>
          </p:txBody>
        </p:sp>
        <p:sp>
          <p:nvSpPr>
            <p:cNvPr id="1384" name="Google Shape;1384;p82"/>
            <p:cNvSpPr/>
            <p:nvPr/>
          </p:nvSpPr>
          <p:spPr>
            <a:xfrm flipH="1">
              <a:off x="4144021" y="2023122"/>
              <a:ext cx="811200" cy="25320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4FB043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" name="Google Shape;1385;p82"/>
            <p:cNvSpPr txBox="1"/>
            <p:nvPr/>
          </p:nvSpPr>
          <p:spPr>
            <a:xfrm>
              <a:off x="4059487" y="1561420"/>
              <a:ext cx="10779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4FB043"/>
                  </a:solidFill>
                </a:rPr>
                <a:t>recovery</a:t>
              </a:r>
              <a:endParaRPr sz="1800">
                <a:solidFill>
                  <a:srgbClr val="4FB043"/>
                </a:solidFill>
              </a:endParaRPr>
            </a:p>
          </p:txBody>
        </p:sp>
        <p:sp>
          <p:nvSpPr>
            <p:cNvPr id="1386" name="Google Shape;1386;p82"/>
            <p:cNvSpPr/>
            <p:nvPr/>
          </p:nvSpPr>
          <p:spPr>
            <a:xfrm rot="-3194570" flipH="1">
              <a:off x="4116447" y="3775786"/>
              <a:ext cx="1097882" cy="25314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B45F06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1387;p82"/>
            <p:cNvSpPr/>
            <p:nvPr/>
          </p:nvSpPr>
          <p:spPr>
            <a:xfrm rot="3062661" flipH="1">
              <a:off x="4116404" y="3623364"/>
              <a:ext cx="1097947" cy="253426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FF99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1388;p82"/>
            <p:cNvSpPr txBox="1"/>
            <p:nvPr/>
          </p:nvSpPr>
          <p:spPr>
            <a:xfrm>
              <a:off x="1305624" y="3504875"/>
              <a:ext cx="2646000" cy="738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B45F06"/>
                  </a:solidFill>
                </a:rPr>
                <a:t>transmission from humans to mosquitoes</a:t>
              </a:r>
              <a:endParaRPr sz="1800">
                <a:solidFill>
                  <a:srgbClr val="B45F06"/>
                </a:solidFill>
              </a:endParaRPr>
            </a:p>
          </p:txBody>
        </p:sp>
        <p:sp>
          <p:nvSpPr>
            <p:cNvPr id="1389" name="Google Shape;1389;p82"/>
            <p:cNvSpPr/>
            <p:nvPr/>
          </p:nvSpPr>
          <p:spPr>
            <a:xfrm flipH="1">
              <a:off x="-351779" y="4853472"/>
              <a:ext cx="811200" cy="25320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chemeClr val="accent3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Google Shape;1390;p82"/>
            <p:cNvSpPr txBox="1"/>
            <p:nvPr/>
          </p:nvSpPr>
          <p:spPr>
            <a:xfrm>
              <a:off x="4192828" y="5781575"/>
              <a:ext cx="8112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accent3"/>
                  </a:solidFill>
                </a:rPr>
                <a:t>birth</a:t>
              </a:r>
              <a:endParaRPr sz="1800">
                <a:solidFill>
                  <a:schemeClr val="accent3"/>
                </a:solidFill>
              </a:endParaRPr>
            </a:p>
          </p:txBody>
        </p:sp>
        <p:sp>
          <p:nvSpPr>
            <p:cNvPr id="1391" name="Google Shape;1391;p82"/>
            <p:cNvSpPr/>
            <p:nvPr/>
          </p:nvSpPr>
          <p:spPr>
            <a:xfrm>
              <a:off x="2213600" y="5875025"/>
              <a:ext cx="723900" cy="368400"/>
            </a:xfrm>
            <a:prstGeom prst="curvedUpArrow">
              <a:avLst>
                <a:gd name="adj1" fmla="val 25000"/>
                <a:gd name="adj2" fmla="val 50000"/>
                <a:gd name="adj3" fmla="val 25000"/>
              </a:avLst>
            </a:prstGeom>
            <a:solidFill>
              <a:schemeClr val="accent3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Google Shape;1392;p82"/>
            <p:cNvSpPr txBox="1"/>
            <p:nvPr/>
          </p:nvSpPr>
          <p:spPr>
            <a:xfrm>
              <a:off x="2745028" y="6029225"/>
              <a:ext cx="8112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accent3"/>
                  </a:solidFill>
                </a:rPr>
                <a:t>birth</a:t>
              </a:r>
              <a:endParaRPr sz="1800">
                <a:solidFill>
                  <a:schemeClr val="accent3"/>
                </a:solidFill>
              </a:endParaRPr>
            </a:p>
          </p:txBody>
        </p:sp>
      </p:grpSp>
      <p:pic>
        <p:nvPicPr>
          <p:cNvPr id="1393" name="Google Shape;1393;p82" descr="\alpha&#10;%547a2822-0e80-4a77-9f9e-dc8a2a6d16c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96400" y="3505200"/>
            <a:ext cx="2667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4" name="Google Shape;1394;p82" descr="\beta&#10;%544c6c62-d6ed-4781-a665-5a062d36838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91706" y="3429000"/>
            <a:ext cx="228600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1395" name="Google Shape;1395;p82"/>
          <p:cNvSpPr/>
          <p:nvPr/>
        </p:nvSpPr>
        <p:spPr>
          <a:xfrm rot="-5400000" flipH="1">
            <a:off x="8411221" y="5981072"/>
            <a:ext cx="811200" cy="2532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6" name="Google Shape;1396;p82"/>
          <p:cNvSpPr txBox="1"/>
          <p:nvPr/>
        </p:nvSpPr>
        <p:spPr>
          <a:xfrm>
            <a:off x="9345525" y="63952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7" name="Google Shape;1397;p82"/>
          <p:cNvSpPr txBox="1">
            <a:spLocks noGrp="1"/>
          </p:cNvSpPr>
          <p:nvPr>
            <p:ph type="title"/>
          </p:nvPr>
        </p:nvSpPr>
        <p:spPr>
          <a:xfrm>
            <a:off x="666751" y="366185"/>
            <a:ext cx="10850100" cy="745200"/>
          </a:xfrm>
          <a:prstGeom prst="rect">
            <a:avLst/>
          </a:prstGeom>
        </p:spPr>
        <p:txBody>
          <a:bodyPr spcFirstLastPara="1" wrap="square" lIns="0" tIns="60925" rIns="121900" bIns="60925" anchor="ctr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solidFill>
                  <a:srgbClr val="0078AC"/>
                </a:solidFill>
                <a:latin typeface="Calibri"/>
                <a:ea typeface="Calibri"/>
                <a:cs typeface="Calibri"/>
                <a:sym typeface="Calibri"/>
              </a:rPr>
              <a:t>SIS-SI model - Tutorial</a:t>
            </a:r>
            <a:endParaRPr sz="2900">
              <a:solidFill>
                <a:srgbClr val="0078A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8" name="Google Shape;1398;p82"/>
          <p:cNvSpPr/>
          <p:nvPr/>
        </p:nvSpPr>
        <p:spPr>
          <a:xfrm>
            <a:off x="2440000" y="4150419"/>
            <a:ext cx="3188100" cy="1354500"/>
          </a:xfrm>
          <a:prstGeom prst="roundRect">
            <a:avLst>
              <a:gd name="adj" fmla="val 16667"/>
            </a:avLst>
          </a:prstGeom>
          <a:noFill/>
          <a:ln w="152400" cap="flat" cmpd="sng">
            <a:solidFill>
              <a:srgbClr val="0078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9" name="Google Shape;1399;p82"/>
          <p:cNvSpPr txBox="1"/>
          <p:nvPr/>
        </p:nvSpPr>
        <p:spPr>
          <a:xfrm>
            <a:off x="2593886" y="4197155"/>
            <a:ext cx="2847900" cy="13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00">
                <a:solidFill>
                  <a:schemeClr val="accent1"/>
                </a:solidFill>
              </a:rPr>
              <a:t>susceptible mosquitoes</a:t>
            </a:r>
            <a:endParaRPr sz="3800">
              <a:solidFill>
                <a:schemeClr val="accent1"/>
              </a:solidFill>
            </a:endParaRPr>
          </a:p>
        </p:txBody>
      </p:sp>
      <p:sp>
        <p:nvSpPr>
          <p:cNvPr id="1400" name="Google Shape;1400;p82"/>
          <p:cNvSpPr/>
          <p:nvPr/>
        </p:nvSpPr>
        <p:spPr>
          <a:xfrm>
            <a:off x="6823950" y="4203257"/>
            <a:ext cx="3188100" cy="1354500"/>
          </a:xfrm>
          <a:prstGeom prst="roundRect">
            <a:avLst>
              <a:gd name="adj" fmla="val 16667"/>
            </a:avLst>
          </a:prstGeom>
          <a:noFill/>
          <a:ln w="152400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1" name="Google Shape;1401;p82"/>
          <p:cNvSpPr txBox="1"/>
          <p:nvPr/>
        </p:nvSpPr>
        <p:spPr>
          <a:xfrm>
            <a:off x="6977836" y="4173793"/>
            <a:ext cx="2847900" cy="13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00">
                <a:solidFill>
                  <a:schemeClr val="accent1"/>
                </a:solidFill>
              </a:rPr>
              <a:t>infectious mosquitoes</a:t>
            </a:r>
            <a:endParaRPr sz="3800">
              <a:solidFill>
                <a:schemeClr val="accent1"/>
              </a:solidFill>
            </a:endParaRPr>
          </a:p>
        </p:txBody>
      </p:sp>
      <p:sp>
        <p:nvSpPr>
          <p:cNvPr id="1402" name="Google Shape;1402;p82"/>
          <p:cNvSpPr/>
          <p:nvPr/>
        </p:nvSpPr>
        <p:spPr>
          <a:xfrm rot="10800000" flipH="1">
            <a:off x="5820385" y="4335620"/>
            <a:ext cx="811200" cy="2532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B45F0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3" name="Google Shape;1403;p82"/>
          <p:cNvSpPr/>
          <p:nvPr/>
        </p:nvSpPr>
        <p:spPr>
          <a:xfrm flipH="1">
            <a:off x="1324621" y="4701072"/>
            <a:ext cx="811200" cy="2532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4" name="Google Shape;1404;p82"/>
          <p:cNvSpPr txBox="1"/>
          <p:nvPr/>
        </p:nvSpPr>
        <p:spPr>
          <a:xfrm>
            <a:off x="1118650" y="4203050"/>
            <a:ext cx="811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3"/>
                </a:solidFill>
              </a:rPr>
              <a:t>death</a:t>
            </a:r>
            <a:endParaRPr sz="1800">
              <a:solidFill>
                <a:schemeClr val="accent3"/>
              </a:solidFill>
            </a:endParaRPr>
          </a:p>
        </p:txBody>
      </p:sp>
      <p:sp>
        <p:nvSpPr>
          <p:cNvPr id="1405" name="Google Shape;1405;p82"/>
          <p:cNvSpPr/>
          <p:nvPr/>
        </p:nvSpPr>
        <p:spPr>
          <a:xfrm flipH="1">
            <a:off x="5820421" y="5324622"/>
            <a:ext cx="811200" cy="2532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6" name="Google Shape;1406;p82"/>
          <p:cNvSpPr/>
          <p:nvPr/>
        </p:nvSpPr>
        <p:spPr>
          <a:xfrm>
            <a:off x="3890000" y="5722625"/>
            <a:ext cx="723900" cy="368400"/>
          </a:xfrm>
          <a:prstGeom prst="curvedUpArrow">
            <a:avLst>
              <a:gd name="adj1" fmla="val 25000"/>
              <a:gd name="adj2" fmla="val 50000"/>
              <a:gd name="adj3" fmla="val 25000"/>
            </a:avLst>
          </a:prstGeom>
          <a:solidFill>
            <a:schemeClr val="accent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7" name="Google Shape;1407;p82"/>
          <p:cNvSpPr txBox="1"/>
          <p:nvPr/>
        </p:nvSpPr>
        <p:spPr>
          <a:xfrm>
            <a:off x="10938500" y="4509350"/>
            <a:ext cx="12954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i="1">
                <a:solidFill>
                  <a:schemeClr val="accent1"/>
                </a:solidFill>
              </a:rPr>
              <a:t>SI</a:t>
            </a:r>
            <a:endParaRPr sz="3600" i="1">
              <a:solidFill>
                <a:schemeClr val="accent1"/>
              </a:solidFill>
            </a:endParaRPr>
          </a:p>
        </p:txBody>
      </p:sp>
      <p:sp>
        <p:nvSpPr>
          <p:cNvPr id="1408" name="Google Shape;1408;p82"/>
          <p:cNvSpPr txBox="1"/>
          <p:nvPr/>
        </p:nvSpPr>
        <p:spPr>
          <a:xfrm>
            <a:off x="7841333" y="5906773"/>
            <a:ext cx="811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3"/>
                </a:solidFill>
              </a:rPr>
              <a:t>death</a:t>
            </a:r>
            <a:endParaRPr sz="1800">
              <a:solidFill>
                <a:schemeClr val="accent3"/>
              </a:solidFill>
            </a:endParaRPr>
          </a:p>
        </p:txBody>
      </p:sp>
      <p:sp>
        <p:nvSpPr>
          <p:cNvPr id="1409" name="Google Shape;1409;p82"/>
          <p:cNvSpPr/>
          <p:nvPr/>
        </p:nvSpPr>
        <p:spPr>
          <a:xfrm rot="-5400000" flipH="1">
            <a:off x="8411221" y="5981072"/>
            <a:ext cx="811200" cy="2532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0" name="Google Shape;1410;p82"/>
          <p:cNvSpPr txBox="1"/>
          <p:nvPr/>
        </p:nvSpPr>
        <p:spPr>
          <a:xfrm>
            <a:off x="10938500" y="2070950"/>
            <a:ext cx="12954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i="1">
                <a:solidFill>
                  <a:schemeClr val="accent1"/>
                </a:solidFill>
              </a:rPr>
              <a:t>SIS</a:t>
            </a:r>
            <a:endParaRPr sz="3600" i="1">
              <a:solidFill>
                <a:schemeClr val="accent1"/>
              </a:solidFill>
            </a:endParaRPr>
          </a:p>
        </p:txBody>
      </p:sp>
      <p:pic>
        <p:nvPicPr>
          <p:cNvPr id="1411" name="Google Shape;1411;p82" descr="\frac{1}{25}&#10;%5ec9ecc0-3a95-41a4-8a17-afec4504bab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45000" y="1111375"/>
            <a:ext cx="361950" cy="390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2" name="Google Shape;1412;p82" descr="\frac{1}{10}&#10;%eb01e735-6ffc-45b8-8417-4b8bc4a9c38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113429" y="5912413"/>
            <a:ext cx="361950" cy="390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3" name="Google Shape;1413;p82" descr="\frac{1}{10}&#10;%eb01e735-6ffc-45b8-8417-4b8bc4a9c38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086297" y="5922098"/>
            <a:ext cx="361950" cy="390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4" name="Google Shape;1414;p82" descr="\frac{1}{10}&#10;%eb01e735-6ffc-45b8-8417-4b8bc4a9c38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747406" y="5727902"/>
            <a:ext cx="361950" cy="390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5" name="Google Shape;1415;p82" descr="\frac{1}{10}&#10;%eb01e735-6ffc-45b8-8417-4b8bc4a9c38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863980" y="4269654"/>
            <a:ext cx="361950" cy="390525"/>
          </a:xfrm>
          <a:prstGeom prst="rect">
            <a:avLst/>
          </a:prstGeom>
          <a:noFill/>
          <a:ln>
            <a:noFill/>
          </a:ln>
        </p:spPr>
      </p:pic>
      <p:sp>
        <p:nvSpPr>
          <p:cNvPr id="1416" name="Google Shape;1416;p82"/>
          <p:cNvSpPr txBox="1"/>
          <p:nvPr/>
        </p:nvSpPr>
        <p:spPr>
          <a:xfrm>
            <a:off x="2429805" y="3357210"/>
            <a:ext cx="1094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1"/>
                </a:solidFill>
              </a:rPr>
              <a:t>= 0.5</a:t>
            </a:r>
            <a:endParaRPr sz="2400">
              <a:solidFill>
                <a:schemeClr val="accent1"/>
              </a:solidFill>
            </a:endParaRPr>
          </a:p>
        </p:txBody>
      </p:sp>
      <p:sp>
        <p:nvSpPr>
          <p:cNvPr id="1417" name="Google Shape;1417;p82"/>
          <p:cNvSpPr txBox="1"/>
          <p:nvPr/>
        </p:nvSpPr>
        <p:spPr>
          <a:xfrm>
            <a:off x="5939700" y="339800"/>
            <a:ext cx="5871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1"/>
                </a:solidFill>
              </a:rPr>
              <a:t>alpha = biting rate* seeking * infectivity </a:t>
            </a:r>
            <a:endParaRPr sz="2400">
              <a:solidFill>
                <a:schemeClr val="accent1"/>
              </a:solidFill>
            </a:endParaRPr>
          </a:p>
        </p:txBody>
      </p:sp>
      <p:pic>
        <p:nvPicPr>
          <p:cNvPr id="1418" name="Google Shape;1418;p82" descr="\alpha = 0.3*0.01*0.03&#10;%09158e1a-b7c0-4df0-b6d8-216a1252768b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096701" y="923828"/>
            <a:ext cx="2724150" cy="238125"/>
          </a:xfrm>
          <a:prstGeom prst="rect">
            <a:avLst/>
          </a:prstGeom>
          <a:noFill/>
          <a:ln>
            <a:noFill/>
          </a:ln>
        </p:spPr>
      </p:pic>
      <p:sp>
        <p:nvSpPr>
          <p:cNvPr id="1419" name="Google Shape;1419;p82"/>
          <p:cNvSpPr txBox="1"/>
          <p:nvPr/>
        </p:nvSpPr>
        <p:spPr>
          <a:xfrm>
            <a:off x="9563100" y="3336834"/>
            <a:ext cx="2370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1"/>
                </a:solidFill>
              </a:rPr>
              <a:t>= 0.00009</a:t>
            </a:r>
            <a:endParaRPr sz="2400">
              <a:solidFill>
                <a:schemeClr val="accent1"/>
              </a:solidFill>
            </a:endParaRPr>
          </a:p>
        </p:txBody>
      </p:sp>
      <p:pic>
        <p:nvPicPr>
          <p:cNvPr id="1420" name="Google Shape;1420;p82" descr="\gamma&#10;%1838c565-9895-4654-a1a6-2b4895c3883f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686202" y="1223532"/>
            <a:ext cx="21907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1" name="Google Shape;1421;p82" descr="\mu&#10;%c6131315-a5c8-4d33-85f2-d66d147375b4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118627" y="6011219"/>
            <a:ext cx="24765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2" name="Google Shape;1422;p82" descr="\mu&#10;%c6131315-a5c8-4d33-85f2-d66d147375b4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8182072" y="6252082"/>
            <a:ext cx="24765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3" name="Google Shape;1423;p82" descr="\mu&#10;%c6131315-a5c8-4d33-85f2-d66d147375b4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634363" y="6237179"/>
            <a:ext cx="24765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4" name="Google Shape;1424;p82" descr="\mu&#10;%c6131315-a5c8-4d33-85f2-d66d147375b4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831896" y="4331563"/>
            <a:ext cx="24765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5" name="Google Shape;1425;p82"/>
          <p:cNvSpPr/>
          <p:nvPr/>
        </p:nvSpPr>
        <p:spPr>
          <a:xfrm flipH="1">
            <a:off x="9563100" y="5702075"/>
            <a:ext cx="2141700" cy="666600"/>
          </a:xfrm>
          <a:prstGeom prst="wedgeRoundRectCallout">
            <a:avLst>
              <a:gd name="adj1" fmla="val 72187"/>
              <a:gd name="adj2" fmla="val -6567"/>
              <a:gd name="adj3" fmla="val 0"/>
            </a:avLst>
          </a:prstGeom>
          <a:solidFill>
            <a:srgbClr val="FFFFFF"/>
          </a:solidFill>
          <a:ln w="9525" cap="flat" cmpd="sng">
            <a:solidFill>
              <a:srgbClr val="FF9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6" name="Google Shape;1426;p82"/>
          <p:cNvSpPr txBox="1"/>
          <p:nvPr/>
        </p:nvSpPr>
        <p:spPr>
          <a:xfrm>
            <a:off x="9603750" y="5758325"/>
            <a:ext cx="20604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1"/>
                </a:solidFill>
              </a:rPr>
              <a:t>Vector control</a:t>
            </a:r>
            <a:endParaRPr sz="2400">
              <a:solidFill>
                <a:schemeClr val="accent1"/>
              </a:solidFill>
            </a:endParaRPr>
          </a:p>
        </p:txBody>
      </p:sp>
      <p:sp>
        <p:nvSpPr>
          <p:cNvPr id="1427" name="Google Shape;1427;p82"/>
          <p:cNvSpPr/>
          <p:nvPr/>
        </p:nvSpPr>
        <p:spPr>
          <a:xfrm flipH="1">
            <a:off x="4887037" y="4306000"/>
            <a:ext cx="2141700" cy="666600"/>
          </a:xfrm>
          <a:prstGeom prst="wedgeRoundRectCallout">
            <a:avLst>
              <a:gd name="adj1" fmla="val -23239"/>
              <a:gd name="adj2" fmla="val -85201"/>
              <a:gd name="adj3" fmla="val 0"/>
            </a:avLst>
          </a:prstGeom>
          <a:solidFill>
            <a:srgbClr val="FFFFFF"/>
          </a:solidFill>
          <a:ln w="9525" cap="flat" cmpd="sng">
            <a:solidFill>
              <a:srgbClr val="FF9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8" name="Google Shape;1428;p82"/>
          <p:cNvSpPr txBox="1"/>
          <p:nvPr/>
        </p:nvSpPr>
        <p:spPr>
          <a:xfrm>
            <a:off x="4927688" y="4362250"/>
            <a:ext cx="20604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1"/>
                </a:solidFill>
              </a:rPr>
              <a:t>Vector control</a:t>
            </a:r>
            <a:endParaRPr sz="2400">
              <a:solidFill>
                <a:schemeClr val="accent1"/>
              </a:solidFill>
            </a:endParaRPr>
          </a:p>
        </p:txBody>
      </p:sp>
      <p:sp>
        <p:nvSpPr>
          <p:cNvPr id="1429" name="Google Shape;1429;p82"/>
          <p:cNvSpPr/>
          <p:nvPr/>
        </p:nvSpPr>
        <p:spPr>
          <a:xfrm flipH="1">
            <a:off x="248975" y="5641307"/>
            <a:ext cx="2141700" cy="666600"/>
          </a:xfrm>
          <a:prstGeom prst="wedgeRoundRectCallout">
            <a:avLst>
              <a:gd name="adj1" fmla="val -23239"/>
              <a:gd name="adj2" fmla="val -85201"/>
              <a:gd name="adj3" fmla="val 0"/>
            </a:avLst>
          </a:prstGeom>
          <a:solidFill>
            <a:srgbClr val="FFFFFF"/>
          </a:solidFill>
          <a:ln w="9525" cap="flat" cmpd="sng">
            <a:solidFill>
              <a:srgbClr val="FF9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0" name="Google Shape;1430;p82"/>
          <p:cNvSpPr txBox="1"/>
          <p:nvPr/>
        </p:nvSpPr>
        <p:spPr>
          <a:xfrm>
            <a:off x="289625" y="5758721"/>
            <a:ext cx="20604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1"/>
                </a:solidFill>
              </a:rPr>
              <a:t>Vector control</a:t>
            </a:r>
            <a:endParaRPr sz="240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6" name="Google Shape;1436;p83"/>
          <p:cNvGrpSpPr/>
          <p:nvPr/>
        </p:nvGrpSpPr>
        <p:grpSpPr>
          <a:xfrm>
            <a:off x="45446" y="2017997"/>
            <a:ext cx="4567579" cy="2182556"/>
            <a:chOff x="513325" y="1111375"/>
            <a:chExt cx="11032800" cy="5271875"/>
          </a:xfrm>
        </p:grpSpPr>
        <p:grpSp>
          <p:nvGrpSpPr>
            <p:cNvPr id="1437" name="Google Shape;1437;p83"/>
            <p:cNvGrpSpPr/>
            <p:nvPr/>
          </p:nvGrpSpPr>
          <p:grpSpPr>
            <a:xfrm>
              <a:off x="513325" y="1111375"/>
              <a:ext cx="11032800" cy="4024658"/>
              <a:chOff x="513325" y="1111375"/>
              <a:chExt cx="11032800" cy="4024658"/>
            </a:xfrm>
          </p:grpSpPr>
          <p:sp>
            <p:nvSpPr>
              <p:cNvPr id="1438" name="Google Shape;1438;p83"/>
              <p:cNvSpPr/>
              <p:nvPr/>
            </p:nvSpPr>
            <p:spPr>
              <a:xfrm>
                <a:off x="513325" y="2629350"/>
                <a:ext cx="4735800" cy="1774500"/>
              </a:xfrm>
              <a:prstGeom prst="roundRect">
                <a:avLst>
                  <a:gd name="adj" fmla="val 16667"/>
                </a:avLst>
              </a:prstGeom>
              <a:noFill/>
              <a:ln w="63075" cap="flat" cmpd="sng">
                <a:solidFill>
                  <a:srgbClr val="95C0D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37850" tIns="37850" rIns="37850" bIns="378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607"/>
                  <a:buFont typeface="Arial"/>
                  <a:buNone/>
                </a:pPr>
                <a:endParaRPr sz="60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9" name="Google Shape;1439;p83"/>
              <p:cNvSpPr/>
              <p:nvPr/>
            </p:nvSpPr>
            <p:spPr>
              <a:xfrm>
                <a:off x="7025425" y="2629350"/>
                <a:ext cx="4520700" cy="1774500"/>
              </a:xfrm>
              <a:prstGeom prst="roundRect">
                <a:avLst>
                  <a:gd name="adj" fmla="val 16667"/>
                </a:avLst>
              </a:prstGeom>
              <a:noFill/>
              <a:ln w="63075" cap="flat" cmpd="sng">
                <a:solidFill>
                  <a:srgbClr val="E97F77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37850" tIns="37850" rIns="37850" bIns="378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607"/>
                  <a:buFont typeface="Arial"/>
                  <a:buNone/>
                </a:pPr>
                <a:endParaRPr sz="60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40" name="Google Shape;1440;p83"/>
              <p:cNvSpPr txBox="1"/>
              <p:nvPr/>
            </p:nvSpPr>
            <p:spPr>
              <a:xfrm>
                <a:off x="741925" y="2898325"/>
                <a:ext cx="4230600" cy="112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7850" tIns="37850" rIns="37850" bIns="3785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539"/>
                  <a:buFont typeface="Arial"/>
                  <a:buNone/>
                </a:pPr>
                <a:r>
                  <a:rPr lang="en-US" sz="2538" b="0" i="0" u="none" strike="noStrike" cap="none">
                    <a:solidFill>
                      <a:srgbClr val="4F81BD"/>
                    </a:solidFill>
                    <a:latin typeface="Arial"/>
                    <a:ea typeface="Arial"/>
                    <a:cs typeface="Arial"/>
                    <a:sym typeface="Arial"/>
                  </a:rPr>
                  <a:t>susceptible</a:t>
                </a:r>
                <a:endParaRPr sz="2538" b="0" i="0" u="none" strike="noStrike" cap="none">
                  <a:solidFill>
                    <a:srgbClr val="4F81B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41" name="Google Shape;1441;p83"/>
              <p:cNvSpPr txBox="1"/>
              <p:nvPr/>
            </p:nvSpPr>
            <p:spPr>
              <a:xfrm>
                <a:off x="7170475" y="2878650"/>
                <a:ext cx="4230600" cy="112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7850" tIns="37850" rIns="37850" bIns="3785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539"/>
                  <a:buFont typeface="Arial"/>
                  <a:buNone/>
                </a:pPr>
                <a:r>
                  <a:rPr lang="en-US" sz="2538" b="0" i="0" u="none" strike="noStrike" cap="none">
                    <a:solidFill>
                      <a:srgbClr val="4F81BD"/>
                    </a:solidFill>
                    <a:latin typeface="Arial"/>
                    <a:ea typeface="Arial"/>
                    <a:cs typeface="Arial"/>
                    <a:sym typeface="Arial"/>
                  </a:rPr>
                  <a:t>infectious</a:t>
                </a:r>
                <a:endParaRPr sz="2538" b="0" i="0" u="none" strike="noStrike" cap="none">
                  <a:solidFill>
                    <a:srgbClr val="4F81B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42" name="Google Shape;1442;p83"/>
              <p:cNvSpPr/>
              <p:nvPr/>
            </p:nvSpPr>
            <p:spPr>
              <a:xfrm flipH="1">
                <a:off x="5534875" y="3945625"/>
                <a:ext cx="1204800" cy="554100"/>
              </a:xfrm>
              <a:prstGeom prst="rightArrow">
                <a:avLst>
                  <a:gd name="adj1" fmla="val 50000"/>
                  <a:gd name="adj2" fmla="val 50000"/>
                </a:avLst>
              </a:prstGeom>
              <a:solidFill>
                <a:srgbClr val="4FB043"/>
              </a:solidFill>
              <a:ln w="3950" cap="flat" cmpd="sng">
                <a:solidFill>
                  <a:srgbClr val="1F497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37850" tIns="37850" rIns="37850" bIns="378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607"/>
                  <a:buFont typeface="Arial"/>
                  <a:buNone/>
                </a:pPr>
                <a:endParaRPr sz="60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43" name="Google Shape;1443;p83"/>
              <p:cNvSpPr/>
              <p:nvPr/>
            </p:nvSpPr>
            <p:spPr>
              <a:xfrm rot="10800000" flipH="1">
                <a:off x="5611075" y="2629350"/>
                <a:ext cx="1204800" cy="554100"/>
              </a:xfrm>
              <a:prstGeom prst="rightArrow">
                <a:avLst>
                  <a:gd name="adj1" fmla="val 50000"/>
                  <a:gd name="adj2" fmla="val 50000"/>
                </a:avLst>
              </a:prstGeom>
              <a:solidFill>
                <a:srgbClr val="FF9900"/>
              </a:solidFill>
              <a:ln w="3950" cap="flat" cmpd="sng">
                <a:solidFill>
                  <a:srgbClr val="1F497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37850" tIns="37850" rIns="37850" bIns="378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607"/>
                  <a:buFont typeface="Arial"/>
                  <a:buNone/>
                </a:pPr>
                <a:endParaRPr sz="60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44" name="Google Shape;1444;p83"/>
              <p:cNvSpPr txBox="1"/>
              <p:nvPr/>
            </p:nvSpPr>
            <p:spPr>
              <a:xfrm>
                <a:off x="5290199" y="4499733"/>
                <a:ext cx="1845900" cy="63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7850" tIns="37850" rIns="37850" bIns="3785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14"/>
                  <a:buFont typeface="Arial"/>
                  <a:buNone/>
                </a:pPr>
                <a:r>
                  <a:rPr lang="en-US" sz="1214" b="0" i="0" u="none" strike="noStrike" cap="none">
                    <a:solidFill>
                      <a:srgbClr val="4FB043"/>
                    </a:solidFill>
                    <a:latin typeface="Arial"/>
                    <a:ea typeface="Arial"/>
                    <a:cs typeface="Arial"/>
                    <a:sym typeface="Arial"/>
                  </a:rPr>
                  <a:t>recovery</a:t>
                </a:r>
                <a:endParaRPr sz="1214" b="0" i="0" u="none" strike="noStrike" cap="none">
                  <a:solidFill>
                    <a:srgbClr val="4FB043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45" name="Google Shape;1445;p83"/>
              <p:cNvSpPr txBox="1"/>
              <p:nvPr/>
            </p:nvSpPr>
            <p:spPr>
              <a:xfrm>
                <a:off x="4997275" y="1111375"/>
                <a:ext cx="2432400" cy="63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7850" tIns="37850" rIns="37850" bIns="3785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14"/>
                  <a:buFont typeface="Arial"/>
                  <a:buNone/>
                </a:pPr>
                <a:r>
                  <a:rPr lang="en-US" sz="1214" b="0" i="0" u="none" strike="noStrike" cap="none">
                    <a:solidFill>
                      <a:srgbClr val="FF9900"/>
                    </a:solidFill>
                    <a:latin typeface="Arial"/>
                    <a:ea typeface="Arial"/>
                    <a:cs typeface="Arial"/>
                    <a:sym typeface="Arial"/>
                  </a:rPr>
                  <a:t>transmission</a:t>
                </a:r>
                <a:endParaRPr sz="1214" b="0" i="0" u="none" strike="noStrike" cap="none">
                  <a:solidFill>
                    <a:srgbClr val="FF99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46" name="Google Shape;1446;p83"/>
              <p:cNvSpPr/>
              <p:nvPr/>
            </p:nvSpPr>
            <p:spPr>
              <a:xfrm flipH="1">
                <a:off x="6096000" y="1807550"/>
                <a:ext cx="2736900" cy="631200"/>
              </a:xfrm>
              <a:prstGeom prst="uturnArrow">
                <a:avLst>
                  <a:gd name="adj1" fmla="val 25000"/>
                  <a:gd name="adj2" fmla="val 25000"/>
                  <a:gd name="adj3" fmla="val 25000"/>
                  <a:gd name="adj4" fmla="val 43750"/>
                  <a:gd name="adj5" fmla="val 75000"/>
                </a:avLst>
              </a:prstGeom>
              <a:solidFill>
                <a:srgbClr val="FF9900"/>
              </a:solidFill>
              <a:ln w="3950" cap="flat" cmpd="sng">
                <a:solidFill>
                  <a:srgbClr val="1F497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37850" tIns="37850" rIns="37850" bIns="378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607"/>
                  <a:buFont typeface="Arial"/>
                  <a:buNone/>
                </a:pPr>
                <a:endParaRPr sz="60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447" name="Google Shape;1447;p83"/>
            <p:cNvSpPr txBox="1"/>
            <p:nvPr/>
          </p:nvSpPr>
          <p:spPr>
            <a:xfrm>
              <a:off x="4685875" y="5480250"/>
              <a:ext cx="3055200" cy="90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7850" tIns="37850" rIns="37850" bIns="3785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32"/>
                <a:buFont typeface="Arial"/>
                <a:buNone/>
              </a:pPr>
              <a:r>
                <a:rPr lang="en-US" sz="1931" b="0" i="1" u="none" strike="noStrike" cap="none">
                  <a:solidFill>
                    <a:srgbClr val="4F81BD"/>
                  </a:solidFill>
                  <a:latin typeface="Arial"/>
                  <a:ea typeface="Arial"/>
                  <a:cs typeface="Arial"/>
                  <a:sym typeface="Arial"/>
                </a:rPr>
                <a:t>SIS model</a:t>
              </a:r>
              <a:endParaRPr sz="1931" b="0" i="1" u="none" strike="noStrike" cap="none">
                <a:solidFill>
                  <a:srgbClr val="4F81B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48" name="Google Shape;1448;p83"/>
          <p:cNvGrpSpPr/>
          <p:nvPr/>
        </p:nvGrpSpPr>
        <p:grpSpPr>
          <a:xfrm>
            <a:off x="6095996" y="315097"/>
            <a:ext cx="4567579" cy="1666209"/>
            <a:chOff x="513325" y="1111375"/>
            <a:chExt cx="11032800" cy="4024658"/>
          </a:xfrm>
        </p:grpSpPr>
        <p:sp>
          <p:nvSpPr>
            <p:cNvPr id="1449" name="Google Shape;1449;p83"/>
            <p:cNvSpPr/>
            <p:nvPr/>
          </p:nvSpPr>
          <p:spPr>
            <a:xfrm>
              <a:off x="513325" y="2629350"/>
              <a:ext cx="4735800" cy="1774500"/>
            </a:xfrm>
            <a:prstGeom prst="roundRect">
              <a:avLst>
                <a:gd name="adj" fmla="val 16667"/>
              </a:avLst>
            </a:prstGeom>
            <a:noFill/>
            <a:ln w="63075" cap="flat" cmpd="sng">
              <a:solidFill>
                <a:srgbClr val="95C0D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37850" tIns="37850" rIns="37850" bIns="378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7"/>
                <a:buFont typeface="Arial"/>
                <a:buNone/>
              </a:pPr>
              <a:endParaRPr sz="60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0" name="Google Shape;1450;p83"/>
            <p:cNvSpPr/>
            <p:nvPr/>
          </p:nvSpPr>
          <p:spPr>
            <a:xfrm>
              <a:off x="7025425" y="2629350"/>
              <a:ext cx="4520700" cy="1774500"/>
            </a:xfrm>
            <a:prstGeom prst="roundRect">
              <a:avLst>
                <a:gd name="adj" fmla="val 16667"/>
              </a:avLst>
            </a:prstGeom>
            <a:noFill/>
            <a:ln w="63075" cap="flat" cmpd="sng">
              <a:solidFill>
                <a:srgbClr val="E97F7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37850" tIns="37850" rIns="37850" bIns="378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7"/>
                <a:buFont typeface="Arial"/>
                <a:buNone/>
              </a:pPr>
              <a:endParaRPr sz="60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1" name="Google Shape;1451;p83"/>
            <p:cNvSpPr txBox="1"/>
            <p:nvPr/>
          </p:nvSpPr>
          <p:spPr>
            <a:xfrm>
              <a:off x="741925" y="2898325"/>
              <a:ext cx="4230600" cy="831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7850" tIns="37850" rIns="37850" bIns="3785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39"/>
                <a:buFont typeface="Arial"/>
                <a:buNone/>
              </a:pPr>
              <a:r>
                <a:rPr lang="en-US" sz="1738" b="0" i="0" u="none" strike="noStrike" cap="none">
                  <a:solidFill>
                    <a:srgbClr val="4F81BD"/>
                  </a:solidFill>
                  <a:latin typeface="Arial"/>
                  <a:ea typeface="Arial"/>
                  <a:cs typeface="Arial"/>
                  <a:sym typeface="Arial"/>
                </a:rPr>
                <a:t>susceptible</a:t>
              </a:r>
              <a:r>
                <a:rPr lang="en-US" sz="1738">
                  <a:solidFill>
                    <a:srgbClr val="4F81BD"/>
                  </a:solidFill>
                </a:rPr>
                <a:t> </a:t>
              </a:r>
              <a:r>
                <a:rPr lang="en-US" sz="1738" i="1">
                  <a:solidFill>
                    <a:srgbClr val="4F81BD"/>
                  </a:solidFill>
                </a:rPr>
                <a:t>1 </a:t>
              </a:r>
              <a:endParaRPr sz="1738" i="1">
                <a:solidFill>
                  <a:srgbClr val="4F81BD"/>
                </a:solidFill>
              </a:endParaRPr>
            </a:p>
          </p:txBody>
        </p:sp>
        <p:sp>
          <p:nvSpPr>
            <p:cNvPr id="1452" name="Google Shape;1452;p83"/>
            <p:cNvSpPr txBox="1"/>
            <p:nvPr/>
          </p:nvSpPr>
          <p:spPr>
            <a:xfrm>
              <a:off x="7170475" y="2878650"/>
              <a:ext cx="4230600" cy="816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7850" tIns="37850" rIns="37850" bIns="3785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39"/>
                <a:buFont typeface="Arial"/>
                <a:buNone/>
              </a:pPr>
              <a:r>
                <a:rPr lang="en-US" sz="1700" b="0" i="0" u="none" strike="noStrike" cap="none">
                  <a:solidFill>
                    <a:srgbClr val="4F81BD"/>
                  </a:solidFill>
                  <a:latin typeface="Arial"/>
                  <a:ea typeface="Arial"/>
                  <a:cs typeface="Arial"/>
                  <a:sym typeface="Arial"/>
                </a:rPr>
                <a:t>infectious</a:t>
              </a:r>
              <a:r>
                <a:rPr lang="en-US" sz="1700">
                  <a:solidFill>
                    <a:srgbClr val="4F81BD"/>
                  </a:solidFill>
                </a:rPr>
                <a:t> </a:t>
              </a:r>
              <a:r>
                <a:rPr lang="en-US" sz="1700" i="1">
                  <a:solidFill>
                    <a:srgbClr val="4F81BD"/>
                  </a:solidFill>
                </a:rPr>
                <a:t>1</a:t>
              </a:r>
              <a:endParaRPr sz="1700" i="1">
                <a:solidFill>
                  <a:srgbClr val="4F81BD"/>
                </a:solidFill>
              </a:endParaRPr>
            </a:p>
          </p:txBody>
        </p:sp>
        <p:sp>
          <p:nvSpPr>
            <p:cNvPr id="1453" name="Google Shape;1453;p83"/>
            <p:cNvSpPr/>
            <p:nvPr/>
          </p:nvSpPr>
          <p:spPr>
            <a:xfrm flipH="1">
              <a:off x="5534875" y="3945625"/>
              <a:ext cx="1204800" cy="55410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4FB043"/>
            </a:solidFill>
            <a:ln w="3950" cap="flat" cmpd="sng">
              <a:solidFill>
                <a:srgbClr val="1F497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37850" tIns="37850" rIns="37850" bIns="378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7"/>
                <a:buFont typeface="Arial"/>
                <a:buNone/>
              </a:pPr>
              <a:endParaRPr sz="60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4" name="Google Shape;1454;p83"/>
            <p:cNvSpPr/>
            <p:nvPr/>
          </p:nvSpPr>
          <p:spPr>
            <a:xfrm rot="10800000" flipH="1">
              <a:off x="5611075" y="2629350"/>
              <a:ext cx="1204800" cy="55410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FF9900"/>
            </a:solidFill>
            <a:ln w="3950" cap="flat" cmpd="sng">
              <a:solidFill>
                <a:srgbClr val="1F497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37850" tIns="37850" rIns="37850" bIns="378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7"/>
                <a:buFont typeface="Arial"/>
                <a:buNone/>
              </a:pPr>
              <a:endParaRPr sz="60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5" name="Google Shape;1455;p83"/>
            <p:cNvSpPr txBox="1"/>
            <p:nvPr/>
          </p:nvSpPr>
          <p:spPr>
            <a:xfrm>
              <a:off x="5290199" y="4499733"/>
              <a:ext cx="1845900" cy="63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7850" tIns="37850" rIns="37850" bIns="3785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14"/>
                <a:buFont typeface="Arial"/>
                <a:buNone/>
              </a:pPr>
              <a:r>
                <a:rPr lang="en-US" sz="1214" b="0" i="0" u="none" strike="noStrike" cap="none">
                  <a:solidFill>
                    <a:srgbClr val="4FB043"/>
                  </a:solidFill>
                  <a:latin typeface="Arial"/>
                  <a:ea typeface="Arial"/>
                  <a:cs typeface="Arial"/>
                  <a:sym typeface="Arial"/>
                </a:rPr>
                <a:t>recovery</a:t>
              </a:r>
              <a:endParaRPr sz="1214" b="0" i="0" u="none" strike="noStrike" cap="none">
                <a:solidFill>
                  <a:srgbClr val="4FB04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6" name="Google Shape;1456;p83"/>
            <p:cNvSpPr txBox="1"/>
            <p:nvPr/>
          </p:nvSpPr>
          <p:spPr>
            <a:xfrm>
              <a:off x="4997275" y="1111375"/>
              <a:ext cx="2432400" cy="63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7850" tIns="37850" rIns="37850" bIns="3785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14"/>
                <a:buFont typeface="Arial"/>
                <a:buNone/>
              </a:pPr>
              <a:r>
                <a:rPr lang="en-US" sz="1214" b="0" i="0" u="none" strike="noStrike" cap="none">
                  <a:solidFill>
                    <a:srgbClr val="FF9900"/>
                  </a:solidFill>
                  <a:latin typeface="Arial"/>
                  <a:ea typeface="Arial"/>
                  <a:cs typeface="Arial"/>
                  <a:sym typeface="Arial"/>
                </a:rPr>
                <a:t>transmission</a:t>
              </a:r>
              <a:endParaRPr sz="1214" b="0" i="0" u="none" strike="noStrike" cap="non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7" name="Google Shape;1457;p83"/>
            <p:cNvSpPr/>
            <p:nvPr/>
          </p:nvSpPr>
          <p:spPr>
            <a:xfrm flipH="1">
              <a:off x="6096000" y="1807550"/>
              <a:ext cx="2736900" cy="631200"/>
            </a:xfrm>
            <a:prstGeom prst="uturnArrow">
              <a:avLst>
                <a:gd name="adj1" fmla="val 25000"/>
                <a:gd name="adj2" fmla="val 25000"/>
                <a:gd name="adj3" fmla="val 25000"/>
                <a:gd name="adj4" fmla="val 43750"/>
                <a:gd name="adj5" fmla="val 75000"/>
              </a:avLst>
            </a:prstGeom>
            <a:solidFill>
              <a:srgbClr val="FF9900"/>
            </a:solidFill>
            <a:ln w="3950" cap="flat" cmpd="sng">
              <a:solidFill>
                <a:srgbClr val="1F497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37850" tIns="37850" rIns="37850" bIns="378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7"/>
                <a:buFont typeface="Arial"/>
                <a:buNone/>
              </a:pPr>
              <a:endParaRPr sz="60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58" name="Google Shape;1458;p83"/>
          <p:cNvGrpSpPr/>
          <p:nvPr/>
        </p:nvGrpSpPr>
        <p:grpSpPr>
          <a:xfrm>
            <a:off x="6119521" y="3142372"/>
            <a:ext cx="4567579" cy="2182556"/>
            <a:chOff x="513325" y="1111375"/>
            <a:chExt cx="11032800" cy="5271875"/>
          </a:xfrm>
        </p:grpSpPr>
        <p:grpSp>
          <p:nvGrpSpPr>
            <p:cNvPr id="1459" name="Google Shape;1459;p83"/>
            <p:cNvGrpSpPr/>
            <p:nvPr/>
          </p:nvGrpSpPr>
          <p:grpSpPr>
            <a:xfrm>
              <a:off x="513325" y="1111375"/>
              <a:ext cx="11032800" cy="4024658"/>
              <a:chOff x="513325" y="1111375"/>
              <a:chExt cx="11032800" cy="4024658"/>
            </a:xfrm>
          </p:grpSpPr>
          <p:sp>
            <p:nvSpPr>
              <p:cNvPr id="1460" name="Google Shape;1460;p83"/>
              <p:cNvSpPr/>
              <p:nvPr/>
            </p:nvSpPr>
            <p:spPr>
              <a:xfrm>
                <a:off x="513325" y="2629350"/>
                <a:ext cx="4735800" cy="1774500"/>
              </a:xfrm>
              <a:prstGeom prst="roundRect">
                <a:avLst>
                  <a:gd name="adj" fmla="val 16667"/>
                </a:avLst>
              </a:prstGeom>
              <a:noFill/>
              <a:ln w="63075" cap="flat" cmpd="sng">
                <a:solidFill>
                  <a:srgbClr val="95C0D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37850" tIns="37850" rIns="37850" bIns="378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607"/>
                  <a:buFont typeface="Arial"/>
                  <a:buNone/>
                </a:pPr>
                <a:endParaRPr sz="60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61" name="Google Shape;1461;p83"/>
              <p:cNvSpPr/>
              <p:nvPr/>
            </p:nvSpPr>
            <p:spPr>
              <a:xfrm>
                <a:off x="7025425" y="2629350"/>
                <a:ext cx="4520700" cy="1774500"/>
              </a:xfrm>
              <a:prstGeom prst="roundRect">
                <a:avLst>
                  <a:gd name="adj" fmla="val 16667"/>
                </a:avLst>
              </a:prstGeom>
              <a:noFill/>
              <a:ln w="63075" cap="flat" cmpd="sng">
                <a:solidFill>
                  <a:srgbClr val="E97F77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37850" tIns="37850" rIns="37850" bIns="378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607"/>
                  <a:buFont typeface="Arial"/>
                  <a:buNone/>
                </a:pPr>
                <a:endParaRPr sz="60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62" name="Google Shape;1462;p83"/>
              <p:cNvSpPr txBox="1"/>
              <p:nvPr/>
            </p:nvSpPr>
            <p:spPr>
              <a:xfrm>
                <a:off x="741925" y="2898325"/>
                <a:ext cx="4230600" cy="831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7850" tIns="37850" rIns="37850" bIns="3785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539"/>
                  <a:buFont typeface="Arial"/>
                  <a:buNone/>
                </a:pPr>
                <a:r>
                  <a:rPr lang="en-US" sz="1738" b="0" i="0" u="none" strike="noStrike" cap="none">
                    <a:solidFill>
                      <a:srgbClr val="4F81BD"/>
                    </a:solidFill>
                    <a:latin typeface="Arial"/>
                    <a:ea typeface="Arial"/>
                    <a:cs typeface="Arial"/>
                    <a:sym typeface="Arial"/>
                  </a:rPr>
                  <a:t>susceptible</a:t>
                </a:r>
                <a:r>
                  <a:rPr lang="en-US" sz="1738">
                    <a:solidFill>
                      <a:srgbClr val="4F81BD"/>
                    </a:solidFill>
                  </a:rPr>
                  <a:t> </a:t>
                </a:r>
                <a:r>
                  <a:rPr lang="en-US" sz="1738" i="1">
                    <a:solidFill>
                      <a:srgbClr val="4F81BD"/>
                    </a:solidFill>
                  </a:rPr>
                  <a:t>n</a:t>
                </a:r>
                <a:endParaRPr sz="1738" i="1">
                  <a:solidFill>
                    <a:srgbClr val="4F81BD"/>
                  </a:solidFill>
                </a:endParaRPr>
              </a:p>
            </p:txBody>
          </p:sp>
          <p:sp>
            <p:nvSpPr>
              <p:cNvPr id="1463" name="Google Shape;1463;p83"/>
              <p:cNvSpPr txBox="1"/>
              <p:nvPr/>
            </p:nvSpPr>
            <p:spPr>
              <a:xfrm>
                <a:off x="7170475" y="2878650"/>
                <a:ext cx="4230600" cy="831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7850" tIns="37850" rIns="37850" bIns="3785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539"/>
                  <a:buFont typeface="Arial"/>
                  <a:buNone/>
                </a:pPr>
                <a:r>
                  <a:rPr lang="en-US" sz="1738" b="0" i="0" u="none" strike="noStrike" cap="none">
                    <a:solidFill>
                      <a:srgbClr val="4F81BD"/>
                    </a:solidFill>
                    <a:latin typeface="Arial"/>
                    <a:ea typeface="Arial"/>
                    <a:cs typeface="Arial"/>
                    <a:sym typeface="Arial"/>
                  </a:rPr>
                  <a:t>infectious</a:t>
                </a:r>
                <a:r>
                  <a:rPr lang="en-US" sz="1738">
                    <a:solidFill>
                      <a:srgbClr val="4F81BD"/>
                    </a:solidFill>
                  </a:rPr>
                  <a:t> </a:t>
                </a:r>
                <a:r>
                  <a:rPr lang="en-US" sz="1738" i="1">
                    <a:solidFill>
                      <a:srgbClr val="4F81BD"/>
                    </a:solidFill>
                  </a:rPr>
                  <a:t>n</a:t>
                </a:r>
                <a:endParaRPr sz="1738" b="0" i="1" u="none" strike="noStrike" cap="none">
                  <a:solidFill>
                    <a:srgbClr val="4F81B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64" name="Google Shape;1464;p83"/>
              <p:cNvSpPr/>
              <p:nvPr/>
            </p:nvSpPr>
            <p:spPr>
              <a:xfrm flipH="1">
                <a:off x="5534875" y="3945625"/>
                <a:ext cx="1204800" cy="554100"/>
              </a:xfrm>
              <a:prstGeom prst="rightArrow">
                <a:avLst>
                  <a:gd name="adj1" fmla="val 50000"/>
                  <a:gd name="adj2" fmla="val 50000"/>
                </a:avLst>
              </a:prstGeom>
              <a:solidFill>
                <a:srgbClr val="4FB043"/>
              </a:solidFill>
              <a:ln w="3950" cap="flat" cmpd="sng">
                <a:solidFill>
                  <a:srgbClr val="1F497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37850" tIns="37850" rIns="37850" bIns="378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607"/>
                  <a:buFont typeface="Arial"/>
                  <a:buNone/>
                </a:pPr>
                <a:endParaRPr sz="60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65" name="Google Shape;1465;p83"/>
              <p:cNvSpPr/>
              <p:nvPr/>
            </p:nvSpPr>
            <p:spPr>
              <a:xfrm rot="10800000" flipH="1">
                <a:off x="5611075" y="2629350"/>
                <a:ext cx="1204800" cy="554100"/>
              </a:xfrm>
              <a:prstGeom prst="rightArrow">
                <a:avLst>
                  <a:gd name="adj1" fmla="val 50000"/>
                  <a:gd name="adj2" fmla="val 50000"/>
                </a:avLst>
              </a:prstGeom>
              <a:solidFill>
                <a:srgbClr val="FF9900"/>
              </a:solidFill>
              <a:ln w="3950" cap="flat" cmpd="sng">
                <a:solidFill>
                  <a:srgbClr val="1F497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37850" tIns="37850" rIns="37850" bIns="378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607"/>
                  <a:buFont typeface="Arial"/>
                  <a:buNone/>
                </a:pPr>
                <a:endParaRPr sz="60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66" name="Google Shape;1466;p83"/>
              <p:cNvSpPr txBox="1"/>
              <p:nvPr/>
            </p:nvSpPr>
            <p:spPr>
              <a:xfrm>
                <a:off x="5290199" y="4499733"/>
                <a:ext cx="1845900" cy="63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7850" tIns="37850" rIns="37850" bIns="3785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14"/>
                  <a:buFont typeface="Arial"/>
                  <a:buNone/>
                </a:pPr>
                <a:r>
                  <a:rPr lang="en-US" sz="1214" b="0" i="0" u="none" strike="noStrike" cap="none">
                    <a:solidFill>
                      <a:srgbClr val="4FB043"/>
                    </a:solidFill>
                    <a:latin typeface="Arial"/>
                    <a:ea typeface="Arial"/>
                    <a:cs typeface="Arial"/>
                    <a:sym typeface="Arial"/>
                  </a:rPr>
                  <a:t>recovery</a:t>
                </a:r>
                <a:endParaRPr sz="1214" b="0" i="0" u="none" strike="noStrike" cap="none">
                  <a:solidFill>
                    <a:srgbClr val="4FB043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67" name="Google Shape;1467;p83"/>
              <p:cNvSpPr txBox="1"/>
              <p:nvPr/>
            </p:nvSpPr>
            <p:spPr>
              <a:xfrm>
                <a:off x="4997275" y="1111375"/>
                <a:ext cx="2432400" cy="63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7850" tIns="37850" rIns="37850" bIns="3785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14"/>
                  <a:buFont typeface="Arial"/>
                  <a:buNone/>
                </a:pPr>
                <a:r>
                  <a:rPr lang="en-US" sz="1214" b="0" i="0" u="none" strike="noStrike" cap="none">
                    <a:solidFill>
                      <a:srgbClr val="FF9900"/>
                    </a:solidFill>
                    <a:latin typeface="Arial"/>
                    <a:ea typeface="Arial"/>
                    <a:cs typeface="Arial"/>
                    <a:sym typeface="Arial"/>
                  </a:rPr>
                  <a:t>transmission</a:t>
                </a:r>
                <a:endParaRPr sz="1214" b="0" i="0" u="none" strike="noStrike" cap="none">
                  <a:solidFill>
                    <a:srgbClr val="FF99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68" name="Google Shape;1468;p83"/>
              <p:cNvSpPr/>
              <p:nvPr/>
            </p:nvSpPr>
            <p:spPr>
              <a:xfrm flipH="1">
                <a:off x="6096000" y="1807550"/>
                <a:ext cx="2736900" cy="631200"/>
              </a:xfrm>
              <a:prstGeom prst="uturnArrow">
                <a:avLst>
                  <a:gd name="adj1" fmla="val 25000"/>
                  <a:gd name="adj2" fmla="val 25000"/>
                  <a:gd name="adj3" fmla="val 25000"/>
                  <a:gd name="adj4" fmla="val 43750"/>
                  <a:gd name="adj5" fmla="val 75000"/>
                </a:avLst>
              </a:prstGeom>
              <a:solidFill>
                <a:srgbClr val="FF9900"/>
              </a:solidFill>
              <a:ln w="3950" cap="flat" cmpd="sng">
                <a:solidFill>
                  <a:srgbClr val="1F497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37850" tIns="37850" rIns="37850" bIns="378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607"/>
                  <a:buFont typeface="Arial"/>
                  <a:buNone/>
                </a:pPr>
                <a:endParaRPr sz="60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469" name="Google Shape;1469;p83"/>
            <p:cNvSpPr txBox="1"/>
            <p:nvPr/>
          </p:nvSpPr>
          <p:spPr>
            <a:xfrm>
              <a:off x="4685875" y="5480250"/>
              <a:ext cx="3055200" cy="90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7850" tIns="37850" rIns="37850" bIns="3785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32"/>
                <a:buFont typeface="Arial"/>
                <a:buNone/>
              </a:pPr>
              <a:r>
                <a:rPr lang="en-US" sz="1931" b="0" i="1" u="none" strike="noStrike" cap="none">
                  <a:solidFill>
                    <a:srgbClr val="4F81BD"/>
                  </a:solidFill>
                  <a:latin typeface="Arial"/>
                  <a:ea typeface="Arial"/>
                  <a:cs typeface="Arial"/>
                  <a:sym typeface="Arial"/>
                </a:rPr>
                <a:t>SIS model</a:t>
              </a:r>
              <a:endParaRPr sz="1931" b="0" i="1" u="none" strike="noStrike" cap="none">
                <a:solidFill>
                  <a:srgbClr val="4F81B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470" name="Google Shape;1470;p83"/>
          <p:cNvCxnSpPr/>
          <p:nvPr/>
        </p:nvCxnSpPr>
        <p:spPr>
          <a:xfrm>
            <a:off x="4877575" y="3541675"/>
            <a:ext cx="977400" cy="7455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471" name="Google Shape;1471;p83"/>
          <p:cNvCxnSpPr/>
          <p:nvPr/>
        </p:nvCxnSpPr>
        <p:spPr>
          <a:xfrm rot="10800000" flipH="1">
            <a:off x="4931400" y="2175075"/>
            <a:ext cx="1164600" cy="6162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472" name="Google Shape;1472;p83"/>
          <p:cNvSpPr txBox="1"/>
          <p:nvPr/>
        </p:nvSpPr>
        <p:spPr>
          <a:xfrm>
            <a:off x="8548725" y="6063725"/>
            <a:ext cx="12858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1"/>
                </a:solidFill>
              </a:rPr>
              <a:t>Time </a:t>
            </a:r>
            <a:endParaRPr sz="2400">
              <a:solidFill>
                <a:schemeClr val="accent1"/>
              </a:solidFill>
            </a:endParaRPr>
          </a:p>
        </p:txBody>
      </p:sp>
      <p:sp>
        <p:nvSpPr>
          <p:cNvPr id="1473" name="Google Shape;1473;p83"/>
          <p:cNvSpPr/>
          <p:nvPr/>
        </p:nvSpPr>
        <p:spPr>
          <a:xfrm>
            <a:off x="5854975" y="5501750"/>
            <a:ext cx="4659587" cy="428625"/>
          </a:xfrm>
          <a:custGeom>
            <a:avLst/>
            <a:gdLst/>
            <a:ahLst/>
            <a:cxnLst/>
            <a:rect l="l" t="t" r="r" b="b"/>
            <a:pathLst>
              <a:path w="324993" h="17145" extrusionOk="0">
                <a:moveTo>
                  <a:pt x="0" y="5334"/>
                </a:moveTo>
                <a:lnTo>
                  <a:pt x="324993" y="0"/>
                </a:lnTo>
                <a:lnTo>
                  <a:pt x="320802" y="17145"/>
                </a:lnTo>
                <a:close/>
              </a:path>
            </a:pathLst>
          </a:cu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LID4096"/>
          </a:p>
        </p:txBody>
      </p:sp>
      <p:cxnSp>
        <p:nvCxnSpPr>
          <p:cNvPr id="1474" name="Google Shape;1474;p83"/>
          <p:cNvCxnSpPr/>
          <p:nvPr/>
        </p:nvCxnSpPr>
        <p:spPr>
          <a:xfrm flipH="1">
            <a:off x="7086200" y="1981300"/>
            <a:ext cx="9000" cy="16668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475" name="Google Shape;1475;p83"/>
          <p:cNvSpPr/>
          <p:nvPr/>
        </p:nvSpPr>
        <p:spPr>
          <a:xfrm>
            <a:off x="6602000" y="2362575"/>
            <a:ext cx="977400" cy="428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aging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476" name="Google Shape;1476;p83"/>
          <p:cNvSpPr txBox="1">
            <a:spLocks noGrp="1"/>
          </p:cNvSpPr>
          <p:nvPr>
            <p:ph type="sldNum" idx="12"/>
          </p:nvPr>
        </p:nvSpPr>
        <p:spPr>
          <a:xfrm>
            <a:off x="10959942" y="6287239"/>
            <a:ext cx="548400" cy="366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40</a:t>
            </a:fld>
            <a:endParaRPr/>
          </a:p>
        </p:txBody>
      </p:sp>
      <p:sp>
        <p:nvSpPr>
          <p:cNvPr id="1477" name="Google Shape;1477;p83"/>
          <p:cNvSpPr txBox="1">
            <a:spLocks noGrp="1"/>
          </p:cNvSpPr>
          <p:nvPr>
            <p:ph type="title"/>
          </p:nvPr>
        </p:nvSpPr>
        <p:spPr>
          <a:xfrm>
            <a:off x="675217" y="366185"/>
            <a:ext cx="10850100" cy="758700"/>
          </a:xfrm>
          <a:prstGeom prst="rect">
            <a:avLst/>
          </a:prstGeom>
        </p:spPr>
        <p:txBody>
          <a:bodyPr spcFirstLastPara="1" wrap="square" lIns="0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Age-structured modeling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2" name="Google Shape;1482;p84"/>
          <p:cNvSpPr txBox="1">
            <a:spLocks noGrp="1"/>
          </p:cNvSpPr>
          <p:nvPr>
            <p:ph type="title"/>
          </p:nvPr>
        </p:nvSpPr>
        <p:spPr>
          <a:xfrm>
            <a:off x="666751" y="366185"/>
            <a:ext cx="10850100" cy="745200"/>
          </a:xfrm>
          <a:prstGeom prst="rect">
            <a:avLst/>
          </a:prstGeom>
        </p:spPr>
        <p:txBody>
          <a:bodyPr spcFirstLastPara="1" wrap="square" lIns="0" tIns="60925" rIns="121900" bIns="60925" anchor="ctr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78AC"/>
                </a:solidFill>
              </a:rPr>
              <a:t>Malaria transmission model with vector control</a:t>
            </a:r>
            <a:endParaRPr>
              <a:solidFill>
                <a:srgbClr val="0078AC"/>
              </a:solidFill>
            </a:endParaRPr>
          </a:p>
        </p:txBody>
      </p:sp>
      <p:grpSp>
        <p:nvGrpSpPr>
          <p:cNvPr id="1483" name="Google Shape;1483;p84"/>
          <p:cNvGrpSpPr/>
          <p:nvPr/>
        </p:nvGrpSpPr>
        <p:grpSpPr>
          <a:xfrm>
            <a:off x="1134628" y="1409020"/>
            <a:ext cx="8877422" cy="4929505"/>
            <a:chOff x="-541772" y="1561420"/>
            <a:chExt cx="8877422" cy="4929505"/>
          </a:xfrm>
        </p:grpSpPr>
        <p:sp>
          <p:nvSpPr>
            <p:cNvPr id="1484" name="Google Shape;1484;p84"/>
            <p:cNvSpPr/>
            <p:nvPr/>
          </p:nvSpPr>
          <p:spPr>
            <a:xfrm>
              <a:off x="763600" y="1915544"/>
              <a:ext cx="3188100" cy="1354500"/>
            </a:xfrm>
            <a:prstGeom prst="roundRect">
              <a:avLst>
                <a:gd name="adj" fmla="val 16667"/>
              </a:avLst>
            </a:prstGeom>
            <a:noFill/>
            <a:ln w="152400" cap="flat" cmpd="sng">
              <a:solidFill>
                <a:srgbClr val="95C0D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Google Shape;1485;p84"/>
            <p:cNvSpPr/>
            <p:nvPr/>
          </p:nvSpPr>
          <p:spPr>
            <a:xfrm>
              <a:off x="5147550" y="1915550"/>
              <a:ext cx="3188100" cy="1401300"/>
            </a:xfrm>
            <a:prstGeom prst="roundRect">
              <a:avLst>
                <a:gd name="adj" fmla="val 16667"/>
              </a:avLst>
            </a:prstGeom>
            <a:noFill/>
            <a:ln w="152400" cap="flat" cmpd="sng">
              <a:solidFill>
                <a:srgbClr val="E97F7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Google Shape;1486;p84"/>
            <p:cNvSpPr txBox="1"/>
            <p:nvPr/>
          </p:nvSpPr>
          <p:spPr>
            <a:xfrm>
              <a:off x="535874" y="1962275"/>
              <a:ext cx="3229500" cy="110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00">
                  <a:solidFill>
                    <a:schemeClr val="accent1"/>
                  </a:solidFill>
                </a:rPr>
                <a:t>susceptible humans     </a:t>
              </a:r>
              <a:endParaRPr sz="3000">
                <a:solidFill>
                  <a:schemeClr val="accent1"/>
                </a:solidFill>
              </a:endParaRPr>
            </a:p>
          </p:txBody>
        </p:sp>
        <p:sp>
          <p:nvSpPr>
            <p:cNvPr id="1487" name="Google Shape;1487;p84"/>
            <p:cNvSpPr txBox="1"/>
            <p:nvPr/>
          </p:nvSpPr>
          <p:spPr>
            <a:xfrm>
              <a:off x="5004024" y="1953300"/>
              <a:ext cx="3089100" cy="110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00">
                  <a:solidFill>
                    <a:schemeClr val="accent1"/>
                  </a:solidFill>
                </a:rPr>
                <a:t>infectious</a:t>
              </a:r>
              <a:endParaRPr sz="3000">
                <a:solidFill>
                  <a:schemeClr val="accent1"/>
                </a:solidFill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00">
                  <a:solidFill>
                    <a:schemeClr val="accent1"/>
                  </a:solidFill>
                </a:rPr>
                <a:t>humans       </a:t>
              </a:r>
              <a:endParaRPr sz="3000">
                <a:solidFill>
                  <a:schemeClr val="accent1"/>
                </a:solidFill>
              </a:endParaRPr>
            </a:p>
          </p:txBody>
        </p:sp>
        <p:sp>
          <p:nvSpPr>
            <p:cNvPr id="1488" name="Google Shape;1488;p84"/>
            <p:cNvSpPr/>
            <p:nvPr/>
          </p:nvSpPr>
          <p:spPr>
            <a:xfrm rot="10800000" flipH="1">
              <a:off x="4143985" y="2887820"/>
              <a:ext cx="811200" cy="25320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FF99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Google Shape;1489;p84"/>
            <p:cNvSpPr txBox="1"/>
            <p:nvPr/>
          </p:nvSpPr>
          <p:spPr>
            <a:xfrm>
              <a:off x="5049864" y="3532988"/>
              <a:ext cx="3043200" cy="738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FF9900"/>
                  </a:solidFill>
                </a:rPr>
                <a:t>transmission from mosquitoes to humans</a:t>
              </a:r>
              <a:endParaRPr sz="1800">
                <a:solidFill>
                  <a:srgbClr val="FF9900"/>
                </a:solidFill>
              </a:endParaRPr>
            </a:p>
          </p:txBody>
        </p:sp>
        <p:sp>
          <p:nvSpPr>
            <p:cNvPr id="1490" name="Google Shape;1490;p84"/>
            <p:cNvSpPr/>
            <p:nvPr/>
          </p:nvSpPr>
          <p:spPr>
            <a:xfrm flipH="1">
              <a:off x="4144021" y="2023122"/>
              <a:ext cx="811200" cy="25320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4FB043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" name="Google Shape;1491;p84"/>
            <p:cNvSpPr txBox="1"/>
            <p:nvPr/>
          </p:nvSpPr>
          <p:spPr>
            <a:xfrm>
              <a:off x="4059487" y="1561420"/>
              <a:ext cx="10779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4FB043"/>
                  </a:solidFill>
                </a:rPr>
                <a:t>recovery</a:t>
              </a:r>
              <a:endParaRPr sz="1800">
                <a:solidFill>
                  <a:srgbClr val="4FB043"/>
                </a:solidFill>
              </a:endParaRPr>
            </a:p>
          </p:txBody>
        </p:sp>
        <p:sp>
          <p:nvSpPr>
            <p:cNvPr id="1492" name="Google Shape;1492;p84"/>
            <p:cNvSpPr/>
            <p:nvPr/>
          </p:nvSpPr>
          <p:spPr>
            <a:xfrm>
              <a:off x="763600" y="4302819"/>
              <a:ext cx="3188100" cy="1354500"/>
            </a:xfrm>
            <a:prstGeom prst="roundRect">
              <a:avLst>
                <a:gd name="adj" fmla="val 16667"/>
              </a:avLst>
            </a:prstGeom>
            <a:noFill/>
            <a:ln w="152400" cap="flat" cmpd="sng">
              <a:solidFill>
                <a:srgbClr val="0078A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" name="Google Shape;1493;p84"/>
            <p:cNvSpPr txBox="1"/>
            <p:nvPr/>
          </p:nvSpPr>
          <p:spPr>
            <a:xfrm>
              <a:off x="459425" y="4382150"/>
              <a:ext cx="3229500" cy="110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00">
                  <a:solidFill>
                    <a:schemeClr val="accent1"/>
                  </a:solidFill>
                </a:rPr>
                <a:t>susceptible mosquitoes     </a:t>
              </a:r>
              <a:endParaRPr sz="3000">
                <a:solidFill>
                  <a:schemeClr val="accent1"/>
                </a:solidFill>
              </a:endParaRPr>
            </a:p>
          </p:txBody>
        </p:sp>
        <p:sp>
          <p:nvSpPr>
            <p:cNvPr id="1494" name="Google Shape;1494;p84"/>
            <p:cNvSpPr/>
            <p:nvPr/>
          </p:nvSpPr>
          <p:spPr>
            <a:xfrm>
              <a:off x="5147550" y="4355657"/>
              <a:ext cx="3188100" cy="1354500"/>
            </a:xfrm>
            <a:prstGeom prst="roundRect">
              <a:avLst>
                <a:gd name="adj" fmla="val 16667"/>
              </a:avLst>
            </a:prstGeom>
            <a:noFill/>
            <a:ln w="152400" cap="flat" cmpd="sng">
              <a:solidFill>
                <a:srgbClr val="CC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Google Shape;1495;p84"/>
            <p:cNvSpPr txBox="1"/>
            <p:nvPr/>
          </p:nvSpPr>
          <p:spPr>
            <a:xfrm>
              <a:off x="4693225" y="4400837"/>
              <a:ext cx="3399900" cy="110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00">
                  <a:solidFill>
                    <a:schemeClr val="accent1"/>
                  </a:solidFill>
                </a:rPr>
                <a:t>infectious mosquitoes  </a:t>
              </a:r>
              <a:endParaRPr sz="3000">
                <a:solidFill>
                  <a:schemeClr val="accent1"/>
                </a:solidFill>
              </a:endParaRPr>
            </a:p>
          </p:txBody>
        </p:sp>
        <p:sp>
          <p:nvSpPr>
            <p:cNvPr id="1496" name="Google Shape;1496;p84"/>
            <p:cNvSpPr/>
            <p:nvPr/>
          </p:nvSpPr>
          <p:spPr>
            <a:xfrm rot="-3194570" flipH="1">
              <a:off x="4116447" y="3775786"/>
              <a:ext cx="1097882" cy="25314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B45F06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Google Shape;1497;p84"/>
            <p:cNvSpPr/>
            <p:nvPr/>
          </p:nvSpPr>
          <p:spPr>
            <a:xfrm rot="3062661" flipH="1">
              <a:off x="4116404" y="3623364"/>
              <a:ext cx="1097947" cy="253426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FF99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" name="Google Shape;1498;p84"/>
            <p:cNvSpPr txBox="1"/>
            <p:nvPr/>
          </p:nvSpPr>
          <p:spPr>
            <a:xfrm>
              <a:off x="1305624" y="3504875"/>
              <a:ext cx="2646000" cy="738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B45F06"/>
                  </a:solidFill>
                </a:rPr>
                <a:t>transmission from humans to mosquitoes</a:t>
              </a:r>
              <a:endParaRPr sz="1800">
                <a:solidFill>
                  <a:srgbClr val="B45F06"/>
                </a:solidFill>
              </a:endParaRPr>
            </a:p>
          </p:txBody>
        </p:sp>
        <p:sp>
          <p:nvSpPr>
            <p:cNvPr id="1499" name="Google Shape;1499;p84"/>
            <p:cNvSpPr/>
            <p:nvPr/>
          </p:nvSpPr>
          <p:spPr>
            <a:xfrm flipH="1">
              <a:off x="-351779" y="4853472"/>
              <a:ext cx="811200" cy="25320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chemeClr val="accent3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0" name="Google Shape;1500;p84"/>
            <p:cNvSpPr txBox="1"/>
            <p:nvPr/>
          </p:nvSpPr>
          <p:spPr>
            <a:xfrm>
              <a:off x="-541772" y="4420675"/>
              <a:ext cx="8112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accent3"/>
                  </a:solidFill>
                </a:rPr>
                <a:t>death</a:t>
              </a:r>
              <a:endParaRPr sz="1800">
                <a:solidFill>
                  <a:schemeClr val="accent3"/>
                </a:solidFill>
              </a:endParaRPr>
            </a:p>
          </p:txBody>
        </p:sp>
        <p:sp>
          <p:nvSpPr>
            <p:cNvPr id="1501" name="Google Shape;1501;p84"/>
            <p:cNvSpPr/>
            <p:nvPr/>
          </p:nvSpPr>
          <p:spPr>
            <a:xfrm flipH="1">
              <a:off x="4144021" y="5477022"/>
              <a:ext cx="811200" cy="25320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chemeClr val="accent3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" name="Google Shape;1502;p84"/>
            <p:cNvSpPr txBox="1"/>
            <p:nvPr/>
          </p:nvSpPr>
          <p:spPr>
            <a:xfrm>
              <a:off x="4192828" y="5781575"/>
              <a:ext cx="8112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accent3"/>
                  </a:solidFill>
                </a:rPr>
                <a:t>birth</a:t>
              </a:r>
              <a:endParaRPr sz="1800">
                <a:solidFill>
                  <a:schemeClr val="accent3"/>
                </a:solidFill>
              </a:endParaRPr>
            </a:p>
          </p:txBody>
        </p:sp>
        <p:sp>
          <p:nvSpPr>
            <p:cNvPr id="1503" name="Google Shape;1503;p84"/>
            <p:cNvSpPr/>
            <p:nvPr/>
          </p:nvSpPr>
          <p:spPr>
            <a:xfrm>
              <a:off x="2213600" y="5875025"/>
              <a:ext cx="723900" cy="368400"/>
            </a:xfrm>
            <a:prstGeom prst="curvedUpArrow">
              <a:avLst>
                <a:gd name="adj1" fmla="val 25000"/>
                <a:gd name="adj2" fmla="val 50000"/>
                <a:gd name="adj3" fmla="val 25000"/>
              </a:avLst>
            </a:prstGeom>
            <a:solidFill>
              <a:schemeClr val="accent3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" name="Google Shape;1504;p84"/>
            <p:cNvSpPr txBox="1"/>
            <p:nvPr/>
          </p:nvSpPr>
          <p:spPr>
            <a:xfrm>
              <a:off x="2745028" y="6029225"/>
              <a:ext cx="8112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accent3"/>
                  </a:solidFill>
                </a:rPr>
                <a:t>birth</a:t>
              </a:r>
              <a:endParaRPr sz="1800">
                <a:solidFill>
                  <a:schemeClr val="accent3"/>
                </a:solidFill>
              </a:endParaRPr>
            </a:p>
          </p:txBody>
        </p:sp>
      </p:grpSp>
      <p:pic>
        <p:nvPicPr>
          <p:cNvPr id="1505" name="Google Shape;1505;p84" descr="\gamma&#10;%1838c565-9895-4654-a1a6-2b4895c3883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05600" y="1447800"/>
            <a:ext cx="21907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6" name="Google Shape;1506;p84" descr="\beta&#10;%544c6c62-d6ed-4781-a665-5a062d36838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48000" y="3429000"/>
            <a:ext cx="228600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1507" name="Google Shape;1507;p84"/>
          <p:cNvSpPr txBox="1"/>
          <p:nvPr/>
        </p:nvSpPr>
        <p:spPr>
          <a:xfrm>
            <a:off x="7423678" y="5967275"/>
            <a:ext cx="811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3"/>
                </a:solidFill>
              </a:rPr>
              <a:t>death</a:t>
            </a:r>
            <a:endParaRPr sz="1800">
              <a:solidFill>
                <a:schemeClr val="accent3"/>
              </a:solidFill>
            </a:endParaRPr>
          </a:p>
        </p:txBody>
      </p:sp>
      <p:sp>
        <p:nvSpPr>
          <p:cNvPr id="1508" name="Google Shape;1508;p84"/>
          <p:cNvSpPr/>
          <p:nvPr/>
        </p:nvSpPr>
        <p:spPr>
          <a:xfrm rot="-5400000" flipH="1">
            <a:off x="8411221" y="5981072"/>
            <a:ext cx="811200" cy="2532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9" name="Google Shape;1509;p84"/>
          <p:cNvSpPr/>
          <p:nvPr/>
        </p:nvSpPr>
        <p:spPr>
          <a:xfrm>
            <a:off x="1209775" y="4161925"/>
            <a:ext cx="1142100" cy="9054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rgbClr val="FF9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0" name="Google Shape;1510;p84"/>
          <p:cNvSpPr/>
          <p:nvPr/>
        </p:nvSpPr>
        <p:spPr>
          <a:xfrm>
            <a:off x="7485550" y="5745425"/>
            <a:ext cx="1574700" cy="9054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rgbClr val="FF9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1" name="Google Shape;1511;p84"/>
          <p:cNvSpPr/>
          <p:nvPr/>
        </p:nvSpPr>
        <p:spPr>
          <a:xfrm flipH="1">
            <a:off x="248975" y="5661695"/>
            <a:ext cx="2141700" cy="666600"/>
          </a:xfrm>
          <a:prstGeom prst="wedgeRoundRectCallout">
            <a:avLst>
              <a:gd name="adj1" fmla="val -23239"/>
              <a:gd name="adj2" fmla="val -85201"/>
              <a:gd name="adj3" fmla="val 0"/>
            </a:avLst>
          </a:prstGeom>
          <a:solidFill>
            <a:srgbClr val="FFFFFF"/>
          </a:solidFill>
          <a:ln w="9525" cap="flat" cmpd="sng">
            <a:solidFill>
              <a:srgbClr val="FF9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2" name="Google Shape;1512;p84"/>
          <p:cNvSpPr/>
          <p:nvPr/>
        </p:nvSpPr>
        <p:spPr>
          <a:xfrm flipH="1">
            <a:off x="9563100" y="5702075"/>
            <a:ext cx="2141700" cy="666600"/>
          </a:xfrm>
          <a:prstGeom prst="wedgeRoundRectCallout">
            <a:avLst>
              <a:gd name="adj1" fmla="val 72187"/>
              <a:gd name="adj2" fmla="val -6567"/>
              <a:gd name="adj3" fmla="val 0"/>
            </a:avLst>
          </a:prstGeom>
          <a:solidFill>
            <a:srgbClr val="FFFFFF"/>
          </a:solidFill>
          <a:ln w="9525" cap="flat" cmpd="sng">
            <a:solidFill>
              <a:srgbClr val="FF9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3" name="Google Shape;1513;p84"/>
          <p:cNvSpPr txBox="1"/>
          <p:nvPr/>
        </p:nvSpPr>
        <p:spPr>
          <a:xfrm>
            <a:off x="289625" y="5779109"/>
            <a:ext cx="20604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1"/>
                </a:solidFill>
              </a:rPr>
              <a:t>Vector control</a:t>
            </a:r>
            <a:endParaRPr sz="2400">
              <a:solidFill>
                <a:schemeClr val="accent1"/>
              </a:solidFill>
            </a:endParaRPr>
          </a:p>
        </p:txBody>
      </p:sp>
      <p:sp>
        <p:nvSpPr>
          <p:cNvPr id="1514" name="Google Shape;1514;p84"/>
          <p:cNvSpPr txBox="1"/>
          <p:nvPr/>
        </p:nvSpPr>
        <p:spPr>
          <a:xfrm>
            <a:off x="9603750" y="5758325"/>
            <a:ext cx="20604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1"/>
                </a:solidFill>
              </a:rPr>
              <a:t>Vector control</a:t>
            </a:r>
            <a:endParaRPr sz="2400">
              <a:solidFill>
                <a:schemeClr val="accent1"/>
              </a:solidFill>
            </a:endParaRPr>
          </a:p>
        </p:txBody>
      </p:sp>
      <p:pic>
        <p:nvPicPr>
          <p:cNvPr id="1515" name="Google Shape;1515;p84" descr="\lambda_m&#10;%46f56ed7-4e02-4f46-8a99-f40743d117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563100" y="3642525"/>
            <a:ext cx="504825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6" name="Google Shape;1516;p84" descr="S_{H,j}&#10;%b5f71977-dd4d-46d8-a81d-ec392c870f0b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740325" y="2412250"/>
            <a:ext cx="595313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7" name="Google Shape;1517;p84" descr="I_{H,j}&#10;%6a800dbe-2664-4bc5-bf27-37a95a68c6c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140650" y="2355100"/>
            <a:ext cx="647700" cy="390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8" name="Google Shape;1518;p84" descr="I_M&#10;%704b9e55-2f44-4616-afa5-d9888b95df6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9216838" y="4820700"/>
            <a:ext cx="495300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9" name="Google Shape;1519;p84" descr="S_M&#10;%3e3c3c78-0de4-43ad-b43c-79bb71154782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840338" y="4838800"/>
            <a:ext cx="495300" cy="297180"/>
          </a:xfrm>
          <a:prstGeom prst="rect">
            <a:avLst/>
          </a:prstGeom>
          <a:noFill/>
          <a:ln>
            <a:noFill/>
          </a:ln>
        </p:spPr>
      </p:pic>
      <p:sp>
        <p:nvSpPr>
          <p:cNvPr id="1520" name="Google Shape;1520;p84"/>
          <p:cNvSpPr/>
          <p:nvPr/>
        </p:nvSpPr>
        <p:spPr>
          <a:xfrm rot="10800000" flipH="1">
            <a:off x="5972785" y="4488020"/>
            <a:ext cx="811200" cy="2532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B45F0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21" name="Google Shape;1521;p84" descr="b_m&#10;%b620197b-ce65-4b20-98d1-bd3396ca8997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986875" y="5940988"/>
            <a:ext cx="447675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2" name="Google Shape;1522;p84" descr="b_m&#10;%b620197b-ce65-4b20-98d1-bd3396ca8997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437351" y="5704971"/>
            <a:ext cx="340011" cy="25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3" name="Google Shape;1523;p84" descr="\mu_M&#10;%74bfde41-2cc5-470c-b223-4c45f75aeb01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1866900" y="4384825"/>
            <a:ext cx="4857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4" name="Google Shape;1524;p84" descr="\mu_M&#10;%74bfde41-2cc5-470c-b223-4c45f75aeb01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8165325" y="6083825"/>
            <a:ext cx="48577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5" name="Google Shape;1525;p84"/>
          <p:cNvSpPr/>
          <p:nvPr/>
        </p:nvSpPr>
        <p:spPr>
          <a:xfrm>
            <a:off x="5847838" y="3152825"/>
            <a:ext cx="1142100" cy="9054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rgbClr val="FF9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6" name="Google Shape;1526;p84"/>
          <p:cNvSpPr/>
          <p:nvPr/>
        </p:nvSpPr>
        <p:spPr>
          <a:xfrm flipH="1">
            <a:off x="4887037" y="4306000"/>
            <a:ext cx="2141700" cy="666600"/>
          </a:xfrm>
          <a:prstGeom prst="wedgeRoundRectCallout">
            <a:avLst>
              <a:gd name="adj1" fmla="val -23239"/>
              <a:gd name="adj2" fmla="val -85201"/>
              <a:gd name="adj3" fmla="val 0"/>
            </a:avLst>
          </a:prstGeom>
          <a:solidFill>
            <a:srgbClr val="FFFFFF"/>
          </a:solidFill>
          <a:ln w="9525" cap="flat" cmpd="sng">
            <a:solidFill>
              <a:srgbClr val="FF9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7" name="Google Shape;1527;p84"/>
          <p:cNvSpPr txBox="1"/>
          <p:nvPr/>
        </p:nvSpPr>
        <p:spPr>
          <a:xfrm>
            <a:off x="4927688" y="4362250"/>
            <a:ext cx="20604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1"/>
                </a:solidFill>
              </a:rPr>
              <a:t>Vector control</a:t>
            </a:r>
            <a:endParaRPr sz="2400">
              <a:solidFill>
                <a:schemeClr val="accent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3" name="Google Shape;1533;p85"/>
          <p:cNvGrpSpPr/>
          <p:nvPr/>
        </p:nvGrpSpPr>
        <p:grpSpPr>
          <a:xfrm>
            <a:off x="45446" y="2017997"/>
            <a:ext cx="4567579" cy="2182556"/>
            <a:chOff x="513325" y="1111375"/>
            <a:chExt cx="11032800" cy="5271875"/>
          </a:xfrm>
        </p:grpSpPr>
        <p:grpSp>
          <p:nvGrpSpPr>
            <p:cNvPr id="1534" name="Google Shape;1534;p85"/>
            <p:cNvGrpSpPr/>
            <p:nvPr/>
          </p:nvGrpSpPr>
          <p:grpSpPr>
            <a:xfrm>
              <a:off x="513325" y="1111375"/>
              <a:ext cx="11032800" cy="4024658"/>
              <a:chOff x="513325" y="1111375"/>
              <a:chExt cx="11032800" cy="4024658"/>
            </a:xfrm>
          </p:grpSpPr>
          <p:sp>
            <p:nvSpPr>
              <p:cNvPr id="1535" name="Google Shape;1535;p85"/>
              <p:cNvSpPr/>
              <p:nvPr/>
            </p:nvSpPr>
            <p:spPr>
              <a:xfrm>
                <a:off x="513325" y="2629350"/>
                <a:ext cx="4735800" cy="1774500"/>
              </a:xfrm>
              <a:prstGeom prst="roundRect">
                <a:avLst>
                  <a:gd name="adj" fmla="val 16667"/>
                </a:avLst>
              </a:prstGeom>
              <a:noFill/>
              <a:ln w="63075" cap="flat" cmpd="sng">
                <a:solidFill>
                  <a:srgbClr val="95C0D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37850" tIns="37850" rIns="37850" bIns="378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607"/>
                  <a:buFont typeface="Arial"/>
                  <a:buNone/>
                </a:pPr>
                <a:endParaRPr sz="60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36" name="Google Shape;1536;p85"/>
              <p:cNvSpPr/>
              <p:nvPr/>
            </p:nvSpPr>
            <p:spPr>
              <a:xfrm>
                <a:off x="7025425" y="2629350"/>
                <a:ext cx="4520700" cy="1774500"/>
              </a:xfrm>
              <a:prstGeom prst="roundRect">
                <a:avLst>
                  <a:gd name="adj" fmla="val 16667"/>
                </a:avLst>
              </a:prstGeom>
              <a:noFill/>
              <a:ln w="63075" cap="flat" cmpd="sng">
                <a:solidFill>
                  <a:srgbClr val="E97F77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37850" tIns="37850" rIns="37850" bIns="378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607"/>
                  <a:buFont typeface="Arial"/>
                  <a:buNone/>
                </a:pPr>
                <a:endParaRPr sz="60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37" name="Google Shape;1537;p85"/>
              <p:cNvSpPr txBox="1"/>
              <p:nvPr/>
            </p:nvSpPr>
            <p:spPr>
              <a:xfrm>
                <a:off x="741925" y="2898325"/>
                <a:ext cx="4230600" cy="112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7850" tIns="37850" rIns="37850" bIns="3785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539"/>
                  <a:buFont typeface="Arial"/>
                  <a:buNone/>
                </a:pPr>
                <a:r>
                  <a:rPr lang="en-US" sz="2538" b="0" i="0" u="none" strike="noStrike" cap="none">
                    <a:solidFill>
                      <a:srgbClr val="4F81BD"/>
                    </a:solidFill>
                    <a:latin typeface="Arial"/>
                    <a:ea typeface="Arial"/>
                    <a:cs typeface="Arial"/>
                    <a:sym typeface="Arial"/>
                  </a:rPr>
                  <a:t>susceptible</a:t>
                </a:r>
                <a:endParaRPr sz="2538" b="0" i="0" u="none" strike="noStrike" cap="none">
                  <a:solidFill>
                    <a:srgbClr val="4F81B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38" name="Google Shape;1538;p85"/>
              <p:cNvSpPr txBox="1"/>
              <p:nvPr/>
            </p:nvSpPr>
            <p:spPr>
              <a:xfrm>
                <a:off x="7170475" y="2878650"/>
                <a:ext cx="4230600" cy="112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7850" tIns="37850" rIns="37850" bIns="3785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539"/>
                  <a:buFont typeface="Arial"/>
                  <a:buNone/>
                </a:pPr>
                <a:r>
                  <a:rPr lang="en-US" sz="2538" b="0" i="0" u="none" strike="noStrike" cap="none">
                    <a:solidFill>
                      <a:srgbClr val="4F81BD"/>
                    </a:solidFill>
                    <a:latin typeface="Arial"/>
                    <a:ea typeface="Arial"/>
                    <a:cs typeface="Arial"/>
                    <a:sym typeface="Arial"/>
                  </a:rPr>
                  <a:t>infectious</a:t>
                </a:r>
                <a:endParaRPr sz="2538" b="0" i="0" u="none" strike="noStrike" cap="none">
                  <a:solidFill>
                    <a:srgbClr val="4F81B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39" name="Google Shape;1539;p85"/>
              <p:cNvSpPr/>
              <p:nvPr/>
            </p:nvSpPr>
            <p:spPr>
              <a:xfrm flipH="1">
                <a:off x="5534875" y="3945625"/>
                <a:ext cx="1204800" cy="554100"/>
              </a:xfrm>
              <a:prstGeom prst="rightArrow">
                <a:avLst>
                  <a:gd name="adj1" fmla="val 50000"/>
                  <a:gd name="adj2" fmla="val 50000"/>
                </a:avLst>
              </a:prstGeom>
              <a:solidFill>
                <a:srgbClr val="4FB043"/>
              </a:solidFill>
              <a:ln w="3950" cap="flat" cmpd="sng">
                <a:solidFill>
                  <a:srgbClr val="1F497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37850" tIns="37850" rIns="37850" bIns="378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607"/>
                  <a:buFont typeface="Arial"/>
                  <a:buNone/>
                </a:pPr>
                <a:endParaRPr sz="60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0" name="Google Shape;1540;p85"/>
              <p:cNvSpPr/>
              <p:nvPr/>
            </p:nvSpPr>
            <p:spPr>
              <a:xfrm rot="10800000" flipH="1">
                <a:off x="5611075" y="2629350"/>
                <a:ext cx="1204800" cy="554100"/>
              </a:xfrm>
              <a:prstGeom prst="rightArrow">
                <a:avLst>
                  <a:gd name="adj1" fmla="val 50000"/>
                  <a:gd name="adj2" fmla="val 50000"/>
                </a:avLst>
              </a:prstGeom>
              <a:solidFill>
                <a:srgbClr val="FF9900"/>
              </a:solidFill>
              <a:ln w="3950" cap="flat" cmpd="sng">
                <a:solidFill>
                  <a:srgbClr val="1F497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37850" tIns="37850" rIns="37850" bIns="378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607"/>
                  <a:buFont typeface="Arial"/>
                  <a:buNone/>
                </a:pPr>
                <a:endParaRPr sz="60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1" name="Google Shape;1541;p85"/>
              <p:cNvSpPr txBox="1"/>
              <p:nvPr/>
            </p:nvSpPr>
            <p:spPr>
              <a:xfrm>
                <a:off x="5290199" y="4499733"/>
                <a:ext cx="1845900" cy="63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7850" tIns="37850" rIns="37850" bIns="3785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14"/>
                  <a:buFont typeface="Arial"/>
                  <a:buNone/>
                </a:pPr>
                <a:r>
                  <a:rPr lang="en-US" sz="1214" b="0" i="0" u="none" strike="noStrike" cap="none">
                    <a:solidFill>
                      <a:srgbClr val="4FB043"/>
                    </a:solidFill>
                    <a:latin typeface="Arial"/>
                    <a:ea typeface="Arial"/>
                    <a:cs typeface="Arial"/>
                    <a:sym typeface="Arial"/>
                  </a:rPr>
                  <a:t>recovery</a:t>
                </a:r>
                <a:endParaRPr sz="1214" b="0" i="0" u="none" strike="noStrike" cap="none">
                  <a:solidFill>
                    <a:srgbClr val="4FB043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2" name="Google Shape;1542;p85"/>
              <p:cNvSpPr txBox="1"/>
              <p:nvPr/>
            </p:nvSpPr>
            <p:spPr>
              <a:xfrm>
                <a:off x="4997275" y="1111375"/>
                <a:ext cx="2432400" cy="63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7850" tIns="37850" rIns="37850" bIns="3785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14"/>
                  <a:buFont typeface="Arial"/>
                  <a:buNone/>
                </a:pPr>
                <a:r>
                  <a:rPr lang="en-US" sz="1214" b="0" i="0" u="none" strike="noStrike" cap="none">
                    <a:solidFill>
                      <a:srgbClr val="FF9900"/>
                    </a:solidFill>
                    <a:latin typeface="Arial"/>
                    <a:ea typeface="Arial"/>
                    <a:cs typeface="Arial"/>
                    <a:sym typeface="Arial"/>
                  </a:rPr>
                  <a:t>transmission</a:t>
                </a:r>
                <a:endParaRPr sz="1214" b="0" i="0" u="none" strike="noStrike" cap="none">
                  <a:solidFill>
                    <a:srgbClr val="FF99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3" name="Google Shape;1543;p85"/>
              <p:cNvSpPr/>
              <p:nvPr/>
            </p:nvSpPr>
            <p:spPr>
              <a:xfrm flipH="1">
                <a:off x="6096000" y="1807550"/>
                <a:ext cx="2736900" cy="631200"/>
              </a:xfrm>
              <a:prstGeom prst="uturnArrow">
                <a:avLst>
                  <a:gd name="adj1" fmla="val 25000"/>
                  <a:gd name="adj2" fmla="val 25000"/>
                  <a:gd name="adj3" fmla="val 25000"/>
                  <a:gd name="adj4" fmla="val 43750"/>
                  <a:gd name="adj5" fmla="val 75000"/>
                </a:avLst>
              </a:prstGeom>
              <a:solidFill>
                <a:srgbClr val="FF9900"/>
              </a:solidFill>
              <a:ln w="3950" cap="flat" cmpd="sng">
                <a:solidFill>
                  <a:srgbClr val="1F497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37850" tIns="37850" rIns="37850" bIns="378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607"/>
                  <a:buFont typeface="Arial"/>
                  <a:buNone/>
                </a:pPr>
                <a:endParaRPr sz="60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544" name="Google Shape;1544;p85"/>
            <p:cNvSpPr txBox="1"/>
            <p:nvPr/>
          </p:nvSpPr>
          <p:spPr>
            <a:xfrm>
              <a:off x="4685875" y="5480250"/>
              <a:ext cx="3055200" cy="90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7850" tIns="37850" rIns="37850" bIns="3785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32"/>
                <a:buFont typeface="Arial"/>
                <a:buNone/>
              </a:pPr>
              <a:r>
                <a:rPr lang="en-US" sz="1931" b="0" i="1" u="none" strike="noStrike" cap="none">
                  <a:solidFill>
                    <a:srgbClr val="4F81BD"/>
                  </a:solidFill>
                  <a:latin typeface="Arial"/>
                  <a:ea typeface="Arial"/>
                  <a:cs typeface="Arial"/>
                  <a:sym typeface="Arial"/>
                </a:rPr>
                <a:t>SIS model</a:t>
              </a:r>
              <a:endParaRPr sz="1931" b="0" i="1" u="none" strike="noStrike" cap="none">
                <a:solidFill>
                  <a:srgbClr val="4F81B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45" name="Google Shape;1545;p85"/>
          <p:cNvGrpSpPr/>
          <p:nvPr/>
        </p:nvGrpSpPr>
        <p:grpSpPr>
          <a:xfrm>
            <a:off x="6095996" y="315097"/>
            <a:ext cx="4567579" cy="1666209"/>
            <a:chOff x="513325" y="1111375"/>
            <a:chExt cx="11032800" cy="4024658"/>
          </a:xfrm>
        </p:grpSpPr>
        <p:sp>
          <p:nvSpPr>
            <p:cNvPr id="1546" name="Google Shape;1546;p85"/>
            <p:cNvSpPr/>
            <p:nvPr/>
          </p:nvSpPr>
          <p:spPr>
            <a:xfrm>
              <a:off x="513325" y="2629350"/>
              <a:ext cx="4735800" cy="1774500"/>
            </a:xfrm>
            <a:prstGeom prst="roundRect">
              <a:avLst>
                <a:gd name="adj" fmla="val 16667"/>
              </a:avLst>
            </a:prstGeom>
            <a:noFill/>
            <a:ln w="63075" cap="flat" cmpd="sng">
              <a:solidFill>
                <a:srgbClr val="95C0D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37850" tIns="37850" rIns="37850" bIns="378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7"/>
                <a:buFont typeface="Arial"/>
                <a:buNone/>
              </a:pPr>
              <a:endParaRPr sz="60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7" name="Google Shape;1547;p85"/>
            <p:cNvSpPr/>
            <p:nvPr/>
          </p:nvSpPr>
          <p:spPr>
            <a:xfrm>
              <a:off x="7025425" y="2629350"/>
              <a:ext cx="4520700" cy="1774500"/>
            </a:xfrm>
            <a:prstGeom prst="roundRect">
              <a:avLst>
                <a:gd name="adj" fmla="val 16667"/>
              </a:avLst>
            </a:prstGeom>
            <a:noFill/>
            <a:ln w="63075" cap="flat" cmpd="sng">
              <a:solidFill>
                <a:srgbClr val="E97F7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37850" tIns="37850" rIns="37850" bIns="378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7"/>
                <a:buFont typeface="Arial"/>
                <a:buNone/>
              </a:pPr>
              <a:endParaRPr sz="60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8" name="Google Shape;1548;p85"/>
            <p:cNvSpPr txBox="1"/>
            <p:nvPr/>
          </p:nvSpPr>
          <p:spPr>
            <a:xfrm>
              <a:off x="741925" y="2898325"/>
              <a:ext cx="4230600" cy="831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7850" tIns="37850" rIns="37850" bIns="3785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39"/>
                <a:buFont typeface="Arial"/>
                <a:buNone/>
              </a:pPr>
              <a:r>
                <a:rPr lang="en-US" sz="1738" b="0" i="0" u="none" strike="noStrike" cap="none">
                  <a:solidFill>
                    <a:srgbClr val="4F81BD"/>
                  </a:solidFill>
                  <a:latin typeface="Arial"/>
                  <a:ea typeface="Arial"/>
                  <a:cs typeface="Arial"/>
                  <a:sym typeface="Arial"/>
                </a:rPr>
                <a:t>susceptible</a:t>
              </a:r>
              <a:r>
                <a:rPr lang="en-US" sz="1738">
                  <a:solidFill>
                    <a:srgbClr val="4F81BD"/>
                  </a:solidFill>
                </a:rPr>
                <a:t> </a:t>
              </a:r>
              <a:r>
                <a:rPr lang="en-US" sz="1738" i="1">
                  <a:solidFill>
                    <a:srgbClr val="4F81BD"/>
                  </a:solidFill>
                </a:rPr>
                <a:t>1 </a:t>
              </a:r>
              <a:endParaRPr sz="1738" i="1">
                <a:solidFill>
                  <a:srgbClr val="4F81BD"/>
                </a:solidFill>
              </a:endParaRPr>
            </a:p>
          </p:txBody>
        </p:sp>
        <p:sp>
          <p:nvSpPr>
            <p:cNvPr id="1549" name="Google Shape;1549;p85"/>
            <p:cNvSpPr txBox="1"/>
            <p:nvPr/>
          </p:nvSpPr>
          <p:spPr>
            <a:xfrm>
              <a:off x="7170475" y="2878650"/>
              <a:ext cx="4230600" cy="816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7850" tIns="37850" rIns="37850" bIns="3785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39"/>
                <a:buFont typeface="Arial"/>
                <a:buNone/>
              </a:pPr>
              <a:r>
                <a:rPr lang="en-US" sz="1700" b="0" i="0" u="none" strike="noStrike" cap="none">
                  <a:solidFill>
                    <a:srgbClr val="4F81BD"/>
                  </a:solidFill>
                  <a:latin typeface="Arial"/>
                  <a:ea typeface="Arial"/>
                  <a:cs typeface="Arial"/>
                  <a:sym typeface="Arial"/>
                </a:rPr>
                <a:t>infectious</a:t>
              </a:r>
              <a:r>
                <a:rPr lang="en-US" sz="1700">
                  <a:solidFill>
                    <a:srgbClr val="4F81BD"/>
                  </a:solidFill>
                </a:rPr>
                <a:t> </a:t>
              </a:r>
              <a:r>
                <a:rPr lang="en-US" sz="1700" i="1">
                  <a:solidFill>
                    <a:srgbClr val="4F81BD"/>
                  </a:solidFill>
                </a:rPr>
                <a:t>1</a:t>
              </a:r>
              <a:endParaRPr sz="1700" i="1">
                <a:solidFill>
                  <a:srgbClr val="4F81BD"/>
                </a:solidFill>
              </a:endParaRPr>
            </a:p>
          </p:txBody>
        </p:sp>
        <p:sp>
          <p:nvSpPr>
            <p:cNvPr id="1550" name="Google Shape;1550;p85"/>
            <p:cNvSpPr/>
            <p:nvPr/>
          </p:nvSpPr>
          <p:spPr>
            <a:xfrm flipH="1">
              <a:off x="5534875" y="3945625"/>
              <a:ext cx="1204800" cy="55410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4FB043"/>
            </a:solidFill>
            <a:ln w="3950" cap="flat" cmpd="sng">
              <a:solidFill>
                <a:srgbClr val="1F497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37850" tIns="37850" rIns="37850" bIns="378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7"/>
                <a:buFont typeface="Arial"/>
                <a:buNone/>
              </a:pPr>
              <a:endParaRPr sz="60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1" name="Google Shape;1551;p85"/>
            <p:cNvSpPr/>
            <p:nvPr/>
          </p:nvSpPr>
          <p:spPr>
            <a:xfrm rot="10800000" flipH="1">
              <a:off x="5611075" y="2629350"/>
              <a:ext cx="1204800" cy="55410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FF9900"/>
            </a:solidFill>
            <a:ln w="3950" cap="flat" cmpd="sng">
              <a:solidFill>
                <a:srgbClr val="1F497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37850" tIns="37850" rIns="37850" bIns="378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7"/>
                <a:buFont typeface="Arial"/>
                <a:buNone/>
              </a:pPr>
              <a:endParaRPr sz="60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2" name="Google Shape;1552;p85"/>
            <p:cNvSpPr txBox="1"/>
            <p:nvPr/>
          </p:nvSpPr>
          <p:spPr>
            <a:xfrm>
              <a:off x="5290199" y="4499733"/>
              <a:ext cx="1845900" cy="63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7850" tIns="37850" rIns="37850" bIns="3785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14"/>
                <a:buFont typeface="Arial"/>
                <a:buNone/>
              </a:pPr>
              <a:r>
                <a:rPr lang="en-US" sz="1214" b="0" i="0" u="none" strike="noStrike" cap="none">
                  <a:solidFill>
                    <a:srgbClr val="4FB043"/>
                  </a:solidFill>
                  <a:latin typeface="Arial"/>
                  <a:ea typeface="Arial"/>
                  <a:cs typeface="Arial"/>
                  <a:sym typeface="Arial"/>
                </a:rPr>
                <a:t>recovery</a:t>
              </a:r>
              <a:endParaRPr sz="1214" b="0" i="0" u="none" strike="noStrike" cap="none">
                <a:solidFill>
                  <a:srgbClr val="4FB04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3" name="Google Shape;1553;p85"/>
            <p:cNvSpPr txBox="1"/>
            <p:nvPr/>
          </p:nvSpPr>
          <p:spPr>
            <a:xfrm>
              <a:off x="4997275" y="1111375"/>
              <a:ext cx="2432400" cy="63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7850" tIns="37850" rIns="37850" bIns="3785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14"/>
                <a:buFont typeface="Arial"/>
                <a:buNone/>
              </a:pPr>
              <a:r>
                <a:rPr lang="en-US" sz="1214" b="0" i="0" u="none" strike="noStrike" cap="none">
                  <a:solidFill>
                    <a:srgbClr val="FF9900"/>
                  </a:solidFill>
                  <a:latin typeface="Arial"/>
                  <a:ea typeface="Arial"/>
                  <a:cs typeface="Arial"/>
                  <a:sym typeface="Arial"/>
                </a:rPr>
                <a:t>transmission</a:t>
              </a:r>
              <a:endParaRPr sz="1214" b="0" i="0" u="none" strike="noStrike" cap="non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4" name="Google Shape;1554;p85"/>
            <p:cNvSpPr/>
            <p:nvPr/>
          </p:nvSpPr>
          <p:spPr>
            <a:xfrm flipH="1">
              <a:off x="6096000" y="1807550"/>
              <a:ext cx="2736900" cy="631200"/>
            </a:xfrm>
            <a:prstGeom prst="uturnArrow">
              <a:avLst>
                <a:gd name="adj1" fmla="val 25000"/>
                <a:gd name="adj2" fmla="val 25000"/>
                <a:gd name="adj3" fmla="val 25000"/>
                <a:gd name="adj4" fmla="val 43750"/>
                <a:gd name="adj5" fmla="val 75000"/>
              </a:avLst>
            </a:prstGeom>
            <a:solidFill>
              <a:srgbClr val="FF9900"/>
            </a:solidFill>
            <a:ln w="3950" cap="flat" cmpd="sng">
              <a:solidFill>
                <a:srgbClr val="1F497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37850" tIns="37850" rIns="37850" bIns="378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7"/>
                <a:buFont typeface="Arial"/>
                <a:buNone/>
              </a:pPr>
              <a:endParaRPr sz="60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55" name="Google Shape;1555;p85"/>
          <p:cNvGrpSpPr/>
          <p:nvPr/>
        </p:nvGrpSpPr>
        <p:grpSpPr>
          <a:xfrm>
            <a:off x="6119521" y="3142372"/>
            <a:ext cx="4567579" cy="2182556"/>
            <a:chOff x="513325" y="1111375"/>
            <a:chExt cx="11032800" cy="5271875"/>
          </a:xfrm>
        </p:grpSpPr>
        <p:grpSp>
          <p:nvGrpSpPr>
            <p:cNvPr id="1556" name="Google Shape;1556;p85"/>
            <p:cNvGrpSpPr/>
            <p:nvPr/>
          </p:nvGrpSpPr>
          <p:grpSpPr>
            <a:xfrm>
              <a:off x="513325" y="1111375"/>
              <a:ext cx="11032800" cy="4024658"/>
              <a:chOff x="513325" y="1111375"/>
              <a:chExt cx="11032800" cy="4024658"/>
            </a:xfrm>
          </p:grpSpPr>
          <p:sp>
            <p:nvSpPr>
              <p:cNvPr id="1557" name="Google Shape;1557;p85"/>
              <p:cNvSpPr/>
              <p:nvPr/>
            </p:nvSpPr>
            <p:spPr>
              <a:xfrm>
                <a:off x="513325" y="2629350"/>
                <a:ext cx="4735800" cy="1774500"/>
              </a:xfrm>
              <a:prstGeom prst="roundRect">
                <a:avLst>
                  <a:gd name="adj" fmla="val 16667"/>
                </a:avLst>
              </a:prstGeom>
              <a:noFill/>
              <a:ln w="63075" cap="flat" cmpd="sng">
                <a:solidFill>
                  <a:srgbClr val="95C0D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37850" tIns="37850" rIns="37850" bIns="378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607"/>
                  <a:buFont typeface="Arial"/>
                  <a:buNone/>
                </a:pPr>
                <a:endParaRPr sz="60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58" name="Google Shape;1558;p85"/>
              <p:cNvSpPr/>
              <p:nvPr/>
            </p:nvSpPr>
            <p:spPr>
              <a:xfrm>
                <a:off x="7025425" y="2629350"/>
                <a:ext cx="4520700" cy="1774500"/>
              </a:xfrm>
              <a:prstGeom prst="roundRect">
                <a:avLst>
                  <a:gd name="adj" fmla="val 16667"/>
                </a:avLst>
              </a:prstGeom>
              <a:noFill/>
              <a:ln w="63075" cap="flat" cmpd="sng">
                <a:solidFill>
                  <a:srgbClr val="E97F77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37850" tIns="37850" rIns="37850" bIns="378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607"/>
                  <a:buFont typeface="Arial"/>
                  <a:buNone/>
                </a:pPr>
                <a:endParaRPr sz="60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59" name="Google Shape;1559;p85"/>
              <p:cNvSpPr txBox="1"/>
              <p:nvPr/>
            </p:nvSpPr>
            <p:spPr>
              <a:xfrm>
                <a:off x="741925" y="2898325"/>
                <a:ext cx="4230600" cy="831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7850" tIns="37850" rIns="37850" bIns="3785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539"/>
                  <a:buFont typeface="Arial"/>
                  <a:buNone/>
                </a:pPr>
                <a:r>
                  <a:rPr lang="en-US" sz="1738" b="0" i="0" u="none" strike="noStrike" cap="none">
                    <a:solidFill>
                      <a:srgbClr val="4F81BD"/>
                    </a:solidFill>
                    <a:latin typeface="Arial"/>
                    <a:ea typeface="Arial"/>
                    <a:cs typeface="Arial"/>
                    <a:sym typeface="Arial"/>
                  </a:rPr>
                  <a:t>susceptible</a:t>
                </a:r>
                <a:r>
                  <a:rPr lang="en-US" sz="1738">
                    <a:solidFill>
                      <a:srgbClr val="4F81BD"/>
                    </a:solidFill>
                  </a:rPr>
                  <a:t> </a:t>
                </a:r>
                <a:r>
                  <a:rPr lang="en-US" sz="1738" i="1">
                    <a:solidFill>
                      <a:srgbClr val="4F81BD"/>
                    </a:solidFill>
                  </a:rPr>
                  <a:t>n</a:t>
                </a:r>
                <a:endParaRPr sz="1738" i="1">
                  <a:solidFill>
                    <a:srgbClr val="4F81BD"/>
                  </a:solidFill>
                </a:endParaRPr>
              </a:p>
            </p:txBody>
          </p:sp>
          <p:sp>
            <p:nvSpPr>
              <p:cNvPr id="1560" name="Google Shape;1560;p85"/>
              <p:cNvSpPr txBox="1"/>
              <p:nvPr/>
            </p:nvSpPr>
            <p:spPr>
              <a:xfrm>
                <a:off x="7170475" y="2878650"/>
                <a:ext cx="4230600" cy="831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7850" tIns="37850" rIns="37850" bIns="3785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539"/>
                  <a:buFont typeface="Arial"/>
                  <a:buNone/>
                </a:pPr>
                <a:r>
                  <a:rPr lang="en-US" sz="1738" b="0" i="0" u="none" strike="noStrike" cap="none">
                    <a:solidFill>
                      <a:srgbClr val="4F81BD"/>
                    </a:solidFill>
                    <a:latin typeface="Arial"/>
                    <a:ea typeface="Arial"/>
                    <a:cs typeface="Arial"/>
                    <a:sym typeface="Arial"/>
                  </a:rPr>
                  <a:t>infectious</a:t>
                </a:r>
                <a:r>
                  <a:rPr lang="en-US" sz="1738">
                    <a:solidFill>
                      <a:srgbClr val="4F81BD"/>
                    </a:solidFill>
                  </a:rPr>
                  <a:t> </a:t>
                </a:r>
                <a:r>
                  <a:rPr lang="en-US" sz="1738" i="1">
                    <a:solidFill>
                      <a:srgbClr val="4F81BD"/>
                    </a:solidFill>
                  </a:rPr>
                  <a:t>n</a:t>
                </a:r>
                <a:endParaRPr sz="1738" b="0" i="1" u="none" strike="noStrike" cap="none">
                  <a:solidFill>
                    <a:srgbClr val="4F81B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61" name="Google Shape;1561;p85"/>
              <p:cNvSpPr/>
              <p:nvPr/>
            </p:nvSpPr>
            <p:spPr>
              <a:xfrm flipH="1">
                <a:off x="5534875" y="3945625"/>
                <a:ext cx="1204800" cy="554100"/>
              </a:xfrm>
              <a:prstGeom prst="rightArrow">
                <a:avLst>
                  <a:gd name="adj1" fmla="val 50000"/>
                  <a:gd name="adj2" fmla="val 50000"/>
                </a:avLst>
              </a:prstGeom>
              <a:solidFill>
                <a:srgbClr val="4FB043"/>
              </a:solidFill>
              <a:ln w="3950" cap="flat" cmpd="sng">
                <a:solidFill>
                  <a:srgbClr val="1F497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37850" tIns="37850" rIns="37850" bIns="378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607"/>
                  <a:buFont typeface="Arial"/>
                  <a:buNone/>
                </a:pPr>
                <a:endParaRPr sz="60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62" name="Google Shape;1562;p85"/>
              <p:cNvSpPr/>
              <p:nvPr/>
            </p:nvSpPr>
            <p:spPr>
              <a:xfrm rot="10800000" flipH="1">
                <a:off x="5611075" y="2629350"/>
                <a:ext cx="1204800" cy="554100"/>
              </a:xfrm>
              <a:prstGeom prst="rightArrow">
                <a:avLst>
                  <a:gd name="adj1" fmla="val 50000"/>
                  <a:gd name="adj2" fmla="val 50000"/>
                </a:avLst>
              </a:prstGeom>
              <a:solidFill>
                <a:srgbClr val="FF9900"/>
              </a:solidFill>
              <a:ln w="3950" cap="flat" cmpd="sng">
                <a:solidFill>
                  <a:srgbClr val="1F497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37850" tIns="37850" rIns="37850" bIns="378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607"/>
                  <a:buFont typeface="Arial"/>
                  <a:buNone/>
                </a:pPr>
                <a:endParaRPr sz="60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63" name="Google Shape;1563;p85"/>
              <p:cNvSpPr txBox="1"/>
              <p:nvPr/>
            </p:nvSpPr>
            <p:spPr>
              <a:xfrm>
                <a:off x="5290199" y="4499733"/>
                <a:ext cx="1845900" cy="63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7850" tIns="37850" rIns="37850" bIns="3785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14"/>
                  <a:buFont typeface="Arial"/>
                  <a:buNone/>
                </a:pPr>
                <a:r>
                  <a:rPr lang="en-US" sz="1214" b="0" i="0" u="none" strike="noStrike" cap="none">
                    <a:solidFill>
                      <a:srgbClr val="4FB043"/>
                    </a:solidFill>
                    <a:latin typeface="Arial"/>
                    <a:ea typeface="Arial"/>
                    <a:cs typeface="Arial"/>
                    <a:sym typeface="Arial"/>
                  </a:rPr>
                  <a:t>recovery</a:t>
                </a:r>
                <a:endParaRPr sz="1214" b="0" i="0" u="none" strike="noStrike" cap="none">
                  <a:solidFill>
                    <a:srgbClr val="4FB043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64" name="Google Shape;1564;p85"/>
              <p:cNvSpPr txBox="1"/>
              <p:nvPr/>
            </p:nvSpPr>
            <p:spPr>
              <a:xfrm>
                <a:off x="4997275" y="1111375"/>
                <a:ext cx="2432400" cy="63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7850" tIns="37850" rIns="37850" bIns="3785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14"/>
                  <a:buFont typeface="Arial"/>
                  <a:buNone/>
                </a:pPr>
                <a:r>
                  <a:rPr lang="en-US" sz="1214" b="0" i="0" u="none" strike="noStrike" cap="none">
                    <a:solidFill>
                      <a:srgbClr val="FF9900"/>
                    </a:solidFill>
                    <a:latin typeface="Arial"/>
                    <a:ea typeface="Arial"/>
                    <a:cs typeface="Arial"/>
                    <a:sym typeface="Arial"/>
                  </a:rPr>
                  <a:t>transmission</a:t>
                </a:r>
                <a:endParaRPr sz="1214" b="0" i="0" u="none" strike="noStrike" cap="none">
                  <a:solidFill>
                    <a:srgbClr val="FF99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65" name="Google Shape;1565;p85"/>
              <p:cNvSpPr/>
              <p:nvPr/>
            </p:nvSpPr>
            <p:spPr>
              <a:xfrm flipH="1">
                <a:off x="6096000" y="1807550"/>
                <a:ext cx="2736900" cy="631200"/>
              </a:xfrm>
              <a:prstGeom prst="uturnArrow">
                <a:avLst>
                  <a:gd name="adj1" fmla="val 25000"/>
                  <a:gd name="adj2" fmla="val 25000"/>
                  <a:gd name="adj3" fmla="val 25000"/>
                  <a:gd name="adj4" fmla="val 43750"/>
                  <a:gd name="adj5" fmla="val 75000"/>
                </a:avLst>
              </a:prstGeom>
              <a:solidFill>
                <a:srgbClr val="FF9900"/>
              </a:solidFill>
              <a:ln w="3950" cap="flat" cmpd="sng">
                <a:solidFill>
                  <a:srgbClr val="1F497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37850" tIns="37850" rIns="37850" bIns="378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607"/>
                  <a:buFont typeface="Arial"/>
                  <a:buNone/>
                </a:pPr>
                <a:endParaRPr sz="60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566" name="Google Shape;1566;p85"/>
            <p:cNvSpPr txBox="1"/>
            <p:nvPr/>
          </p:nvSpPr>
          <p:spPr>
            <a:xfrm>
              <a:off x="4685875" y="5480250"/>
              <a:ext cx="3055200" cy="90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7850" tIns="37850" rIns="37850" bIns="3785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32"/>
                <a:buFont typeface="Arial"/>
                <a:buNone/>
              </a:pPr>
              <a:r>
                <a:rPr lang="en-US" sz="1931" b="0" i="1" u="none" strike="noStrike" cap="none">
                  <a:solidFill>
                    <a:srgbClr val="4F81BD"/>
                  </a:solidFill>
                  <a:latin typeface="Arial"/>
                  <a:ea typeface="Arial"/>
                  <a:cs typeface="Arial"/>
                  <a:sym typeface="Arial"/>
                </a:rPr>
                <a:t>SIS model</a:t>
              </a:r>
              <a:endParaRPr sz="1931" b="0" i="1" u="none" strike="noStrike" cap="none">
                <a:solidFill>
                  <a:srgbClr val="4F81B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67" name="Google Shape;1567;p85"/>
          <p:cNvSpPr txBox="1"/>
          <p:nvPr/>
        </p:nvSpPr>
        <p:spPr>
          <a:xfrm>
            <a:off x="8548725" y="6063725"/>
            <a:ext cx="12858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1"/>
                </a:solidFill>
              </a:rPr>
              <a:t>Time </a:t>
            </a:r>
            <a:endParaRPr sz="2400">
              <a:solidFill>
                <a:schemeClr val="accent1"/>
              </a:solidFill>
            </a:endParaRPr>
          </a:p>
        </p:txBody>
      </p:sp>
      <p:sp>
        <p:nvSpPr>
          <p:cNvPr id="1568" name="Google Shape;1568;p85"/>
          <p:cNvSpPr/>
          <p:nvPr/>
        </p:nvSpPr>
        <p:spPr>
          <a:xfrm>
            <a:off x="5854975" y="5501750"/>
            <a:ext cx="4659587" cy="428625"/>
          </a:xfrm>
          <a:custGeom>
            <a:avLst/>
            <a:gdLst/>
            <a:ahLst/>
            <a:cxnLst/>
            <a:rect l="l" t="t" r="r" b="b"/>
            <a:pathLst>
              <a:path w="324993" h="17145" extrusionOk="0">
                <a:moveTo>
                  <a:pt x="0" y="5334"/>
                </a:moveTo>
                <a:lnTo>
                  <a:pt x="324993" y="0"/>
                </a:lnTo>
                <a:lnTo>
                  <a:pt x="320802" y="17145"/>
                </a:lnTo>
                <a:close/>
              </a:path>
            </a:pathLst>
          </a:cu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LID4096"/>
          </a:p>
        </p:txBody>
      </p:sp>
      <p:sp>
        <p:nvSpPr>
          <p:cNvPr id="1569" name="Google Shape;1569;p85"/>
          <p:cNvSpPr/>
          <p:nvPr/>
        </p:nvSpPr>
        <p:spPr>
          <a:xfrm>
            <a:off x="6602000" y="2362575"/>
            <a:ext cx="977400" cy="428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aging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570" name="Google Shape;1570;p85"/>
          <p:cNvSpPr txBox="1">
            <a:spLocks noGrp="1"/>
          </p:cNvSpPr>
          <p:nvPr>
            <p:ph type="sldNum" idx="12"/>
          </p:nvPr>
        </p:nvSpPr>
        <p:spPr>
          <a:xfrm>
            <a:off x="10959942" y="6287239"/>
            <a:ext cx="548400" cy="366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lang="en-US"/>
              <a:t>42</a:t>
            </a:fld>
            <a:endParaRPr/>
          </a:p>
        </p:txBody>
      </p:sp>
      <p:sp>
        <p:nvSpPr>
          <p:cNvPr id="1571" name="Google Shape;1571;p85"/>
          <p:cNvSpPr txBox="1">
            <a:spLocks noGrp="1"/>
          </p:cNvSpPr>
          <p:nvPr>
            <p:ph type="title"/>
          </p:nvPr>
        </p:nvSpPr>
        <p:spPr>
          <a:xfrm>
            <a:off x="675217" y="366185"/>
            <a:ext cx="10850100" cy="758700"/>
          </a:xfrm>
          <a:prstGeom prst="rect">
            <a:avLst/>
          </a:prstGeom>
        </p:spPr>
        <p:txBody>
          <a:bodyPr spcFirstLastPara="1" wrap="square" lIns="0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Age-structured modeling</a:t>
            </a:r>
            <a:endParaRPr/>
          </a:p>
        </p:txBody>
      </p:sp>
      <p:sp>
        <p:nvSpPr>
          <p:cNvPr id="1572" name="Google Shape;1572;p85"/>
          <p:cNvSpPr/>
          <p:nvPr/>
        </p:nvSpPr>
        <p:spPr>
          <a:xfrm>
            <a:off x="45450" y="4656700"/>
            <a:ext cx="4345200" cy="1336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54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2425" tIns="52425" rIns="52425" bIns="52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02"/>
          </a:p>
        </p:txBody>
      </p:sp>
      <p:grpSp>
        <p:nvGrpSpPr>
          <p:cNvPr id="1573" name="Google Shape;1573;p85"/>
          <p:cNvGrpSpPr/>
          <p:nvPr/>
        </p:nvGrpSpPr>
        <p:grpSpPr>
          <a:xfrm>
            <a:off x="258702" y="4861486"/>
            <a:ext cx="3743432" cy="926614"/>
            <a:chOff x="-9872137" y="1461425"/>
            <a:chExt cx="5791200" cy="1433500"/>
          </a:xfrm>
        </p:grpSpPr>
        <p:pic>
          <p:nvPicPr>
            <p:cNvPr id="1574" name="Google Shape;1574;p85" descr="\tfrac{S(t+\Delta)-S(t)}{\Delta} = -\alpha \tfrac{V(t)}{H}S(t) + \gamma I(t)&#10;%d39ebea2-d6ed-477b-864d-5d4bb447b71b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-9872137" y="1461425"/>
              <a:ext cx="5791200" cy="5619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75" name="Google Shape;1575;p85" descr="\tfrac{I(t+\Delta)-I(t)}{\Delta} = \alpha \tfrac{V(t)}{H}S(t) - \gamma I(t)&#10;%0615b599-0796-4423-ab30-0677f446bb9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-9772650" y="2332950"/>
              <a:ext cx="5400675" cy="5619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76" name="Google Shape;1576;p85"/>
          <p:cNvSpPr/>
          <p:nvPr/>
        </p:nvSpPr>
        <p:spPr>
          <a:xfrm>
            <a:off x="4454200" y="5281550"/>
            <a:ext cx="7737900" cy="1423500"/>
          </a:xfrm>
          <a:prstGeom prst="rect">
            <a:avLst/>
          </a:prstGeom>
          <a:solidFill>
            <a:schemeClr val="dk2"/>
          </a:solidFill>
          <a:ln w="109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5375" tIns="105375" rIns="105375" bIns="105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13">
              <a:solidFill>
                <a:srgbClr val="FFFFFF"/>
              </a:solidFill>
            </a:endParaRPr>
          </a:p>
        </p:txBody>
      </p:sp>
      <p:grpSp>
        <p:nvGrpSpPr>
          <p:cNvPr id="1577" name="Google Shape;1577;p85"/>
          <p:cNvGrpSpPr/>
          <p:nvPr/>
        </p:nvGrpSpPr>
        <p:grpSpPr>
          <a:xfrm>
            <a:off x="4466850" y="5373925"/>
            <a:ext cx="7659583" cy="1344075"/>
            <a:chOff x="4454200" y="5281550"/>
            <a:chExt cx="7659583" cy="1344075"/>
          </a:xfrm>
        </p:grpSpPr>
        <p:pic>
          <p:nvPicPr>
            <p:cNvPr id="1578" name="Google Shape;1578;p85" descr="\frac{dS_{H,j}​}{dt}​=b_HH_{total}-\frac{β_{HM}​aI_M​​}{H}S_{H,j}​-(-γI_{H,j}​+μ_{H,j}​S_{H,j}+\nu_{H,j}S_{H,j} )&#10;%3a244f57-2018-4adf-9f21-9932d0790dde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454200" y="5281550"/>
              <a:ext cx="7659583" cy="561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79" name="Google Shape;1579;p85" descr="\frac{dI_{H,j}​}{dt}​=\frac{β_{HM}​aI_M​​}{H}S_{H,j}​+ (-γI_{H,j}​- μ_{H,j}​S_{H,j} - \nu_{H,j}S_{H,j} )&#10;%2237949f-f8bc-4fce-bc8a-b99d62942cc4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4454200" y="5982725"/>
              <a:ext cx="7308749" cy="642900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1580" name="Google Shape;1580;p85"/>
          <p:cNvCxnSpPr/>
          <p:nvPr/>
        </p:nvCxnSpPr>
        <p:spPr>
          <a:xfrm flipH="1">
            <a:off x="7086200" y="1981300"/>
            <a:ext cx="9000" cy="16668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81" name="Google Shape;1581;p85"/>
          <p:cNvCxnSpPr/>
          <p:nvPr/>
        </p:nvCxnSpPr>
        <p:spPr>
          <a:xfrm>
            <a:off x="4877575" y="3541675"/>
            <a:ext cx="977400" cy="7455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82" name="Google Shape;1582;p85"/>
          <p:cNvCxnSpPr/>
          <p:nvPr/>
        </p:nvCxnSpPr>
        <p:spPr>
          <a:xfrm rot="10800000" flipH="1">
            <a:off x="4931400" y="2175075"/>
            <a:ext cx="1164600" cy="6162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8" name="Google Shape;1588;p86"/>
          <p:cNvSpPr txBox="1">
            <a:spLocks noGrp="1"/>
          </p:cNvSpPr>
          <p:nvPr>
            <p:ph type="title"/>
          </p:nvPr>
        </p:nvSpPr>
        <p:spPr>
          <a:xfrm>
            <a:off x="666751" y="366185"/>
            <a:ext cx="10850100" cy="745200"/>
          </a:xfrm>
          <a:prstGeom prst="rect">
            <a:avLst/>
          </a:prstGeom>
        </p:spPr>
        <p:txBody>
          <a:bodyPr spcFirstLastPara="1" wrap="square" lIns="0" tIns="60925" rIns="121900" bIns="60925" anchor="ctr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Equation of the model</a:t>
            </a:r>
            <a:endParaRPr/>
          </a:p>
        </p:txBody>
      </p:sp>
      <p:sp>
        <p:nvSpPr>
          <p:cNvPr id="1589" name="Google Shape;1589;p86"/>
          <p:cNvSpPr txBox="1">
            <a:spLocks noGrp="1"/>
          </p:cNvSpPr>
          <p:nvPr>
            <p:ph type="body" idx="1"/>
          </p:nvPr>
        </p:nvSpPr>
        <p:spPr>
          <a:xfrm>
            <a:off x="714375" y="3488450"/>
            <a:ext cx="9552600" cy="2817000"/>
          </a:xfrm>
          <a:prstGeom prst="rect">
            <a:avLst/>
          </a:prstGeom>
        </p:spPr>
        <p:txBody>
          <a:bodyPr spcFirstLastPara="1" wrap="square" lIns="0" tIns="60925" rIns="121900" bIns="609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                         	: human population in age group </a:t>
            </a:r>
            <a:r>
              <a:rPr lang="en-US" sz="1800" i="1"/>
              <a:t>j</a:t>
            </a:r>
            <a:r>
              <a:rPr lang="en-US" sz="1800"/>
              <a:t>,  (               )</a:t>
            </a:r>
            <a:endParaRPr sz="1800"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800" i="1"/>
              <a:t>M				</a:t>
            </a:r>
            <a:r>
              <a:rPr lang="en-US" sz="1800"/>
              <a:t>: total mosquito population.</a:t>
            </a:r>
            <a:endParaRPr sz="1800"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800"/>
              <a:t>                 		: susceptible and Infected human population in age group j, respectively</a:t>
            </a:r>
            <a:endParaRPr sz="1800"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800"/>
              <a:t>                      	: birth of new susceptible individuals, only into the first age group (j=1).</a:t>
            </a:r>
            <a:endParaRPr sz="1800"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/>
              <a:t>        			: natural death rate for age group j.</a:t>
            </a:r>
            <a:endParaRPr sz="1800"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/>
              <a:t>       				: aging rate (transition from age group j to j+1).</a:t>
            </a:r>
            <a:endParaRPr sz="1800"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 sz="1800"/>
          </a:p>
          <a:p>
            <a:pPr marL="0" lvl="0" indent="0" algn="l" rtl="0">
              <a:spcBef>
                <a:spcPts val="800"/>
              </a:spcBef>
              <a:spcAft>
                <a:spcPts val="800"/>
              </a:spcAft>
              <a:buNone/>
            </a:pPr>
            <a:endParaRPr sz="1800"/>
          </a:p>
        </p:txBody>
      </p:sp>
      <p:pic>
        <p:nvPicPr>
          <p:cNvPr id="1590" name="Google Shape;1590;p86" descr="H_j&#10;%b7ccddc7-853c-459e-810b-ad5ec33b13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6750" y="3593225"/>
            <a:ext cx="276225" cy="2248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1" name="Google Shape;1591;p86" descr="\ \mu_{H,j}&#10;%ae42ce04-42c4-4021-b1fc-54dcbe7ac2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9125" y="5160600"/>
            <a:ext cx="504825" cy="179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2" name="Google Shape;1592;p86" descr="ν_{H,j}&#10;%2e47414c-aea4-4f74-8a35-4de33f45745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1038" y="5495925"/>
            <a:ext cx="38100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3" name="Google Shape;1593;p86" descr="S_{H,j};I_{H,j}&#10;%001d4cfd-5d96-4fa2-a3b9-12911f919eb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19125" y="4375013"/>
            <a:ext cx="8763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4" name="Google Shape;1594;p86" descr="S_{H,j};I_{H,j}&#10;%001d4cfd-5d96-4fa2-a3b9-12911f919eb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226775" y="3591325"/>
            <a:ext cx="8763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5" name="Google Shape;1595;p86" descr="\frac{dS_{H,j}​}{dt}​=b_HH_{total}-\frac{β_{HM}​aI_M​​}{H}S_{H,j}​-(-γI_{H,j}​+μ_{H,j}​S_{H,j}+\nu_{H,j}S_{H,j} )&#10;%3a244f57-2018-4adf-9f21-9932d0790dde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19125" y="1235525"/>
            <a:ext cx="7659583" cy="561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6" name="Google Shape;1596;p86" descr="\frac{dI_{H,j}​}{dt}​=\frac{β_{HM}​aI_M​​}{H}S_{H,j}​+ (-γI_{H,j}​- μ_{H,j}​S_{H,j} - \nu_{H,j}S_{H,j} )&#10;%2237949f-f8bc-4fce-bc8a-b99d62942cc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19125" y="2321488"/>
            <a:ext cx="7308749" cy="6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7" name="Google Shape;1597;p86" descr="b_HH_{total}&#10;%abeb8236-de2d-464c-bbc1-1c7a51416ed7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19125" y="4754075"/>
            <a:ext cx="937260" cy="22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3" name="Google Shape;1603;p87"/>
          <p:cNvSpPr txBox="1">
            <a:spLocks noGrp="1"/>
          </p:cNvSpPr>
          <p:nvPr>
            <p:ph type="title"/>
          </p:nvPr>
        </p:nvSpPr>
        <p:spPr>
          <a:xfrm>
            <a:off x="666751" y="366185"/>
            <a:ext cx="10850100" cy="745200"/>
          </a:xfrm>
          <a:prstGeom prst="rect">
            <a:avLst/>
          </a:prstGeom>
        </p:spPr>
        <p:txBody>
          <a:bodyPr spcFirstLastPara="1" wrap="square" lIns="0" tIns="60925" rIns="121900" bIns="60925" anchor="ctr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Equation of the model</a:t>
            </a:r>
            <a:endParaRPr/>
          </a:p>
        </p:txBody>
      </p:sp>
      <p:sp>
        <p:nvSpPr>
          <p:cNvPr id="1604" name="Google Shape;1604;p87"/>
          <p:cNvSpPr txBox="1">
            <a:spLocks noGrp="1"/>
          </p:cNvSpPr>
          <p:nvPr>
            <p:ph type="body" idx="1"/>
          </p:nvPr>
        </p:nvSpPr>
        <p:spPr>
          <a:xfrm>
            <a:off x="681050" y="4134100"/>
            <a:ext cx="9552600" cy="2817000"/>
          </a:xfrm>
          <a:prstGeom prst="rect">
            <a:avLst/>
          </a:prstGeom>
        </p:spPr>
        <p:txBody>
          <a:bodyPr spcFirstLastPara="1" wrap="square" lIns="0" tIns="60925" rIns="121900" bIns="609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                         	: human population in age group </a:t>
            </a:r>
            <a:r>
              <a:rPr lang="en-US" sz="1800" i="1"/>
              <a:t>j</a:t>
            </a:r>
            <a:r>
              <a:rPr lang="en-US" sz="1800"/>
              <a:t>,  (               )</a:t>
            </a:r>
            <a:endParaRPr sz="1800"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800" i="1"/>
              <a:t>M				</a:t>
            </a:r>
            <a:r>
              <a:rPr lang="en-US" sz="1800"/>
              <a:t>: total mosquito population.</a:t>
            </a:r>
            <a:endParaRPr sz="1800"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800"/>
              <a:t>                 		: susceptible and Infected human population in age group j, respectively</a:t>
            </a:r>
            <a:endParaRPr sz="1800"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800"/>
              <a:t>                      	: birth of new susceptible individuals, only into the first age group (j=1).</a:t>
            </a:r>
            <a:endParaRPr sz="1800"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/>
              <a:t>        			: natural death rate for age group j.</a:t>
            </a:r>
            <a:endParaRPr sz="1800"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/>
              <a:t>       				: aging rate (transition from age group j to j+1).</a:t>
            </a:r>
            <a:endParaRPr sz="1800"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 sz="1800"/>
          </a:p>
          <a:p>
            <a:pPr marL="0" lvl="0" indent="0" algn="l" rtl="0">
              <a:spcBef>
                <a:spcPts val="800"/>
              </a:spcBef>
              <a:spcAft>
                <a:spcPts val="800"/>
              </a:spcAft>
              <a:buNone/>
            </a:pPr>
            <a:endParaRPr sz="1800"/>
          </a:p>
        </p:txBody>
      </p:sp>
      <p:pic>
        <p:nvPicPr>
          <p:cNvPr id="1605" name="Google Shape;1605;p87" descr="H_j&#10;%b7ccddc7-853c-459e-810b-ad5ec33b13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9750" y="4271288"/>
            <a:ext cx="276225" cy="2248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6" name="Google Shape;1606;p87" descr="\ \mu_{H,j}&#10;%ae42ce04-42c4-4021-b1fc-54dcbe7ac2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5450" y="5791113"/>
            <a:ext cx="504825" cy="179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7" name="Google Shape;1607;p87" descr="ν_{H,j}&#10;%2e47414c-aea4-4f74-8a35-4de33f45745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9750" y="6151400"/>
            <a:ext cx="38100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8" name="Google Shape;1608;p87" descr="S_{H,j};I_{H,j}&#10;%001d4cfd-5d96-4fa2-a3b9-12911f919eb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88650" y="4973963"/>
            <a:ext cx="8763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9" name="Google Shape;1609;p87" descr="S_{H,j};I_{H,j}&#10;%001d4cfd-5d96-4fa2-a3b9-12911f919eb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206025" y="4269400"/>
            <a:ext cx="8763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0" name="Google Shape;1610;p87" descr="\frac{dS_{H,j}​}{dt}​=b_HH_{total}-\frac{β_{HM}​aI_M​​}{H}S_{H,j}​-(-γI_{H,j}​+μ_{H,j}​S_{H,j}+\nu_{H,j}S_{H,j} )&#10;%3a244f57-2018-4adf-9f21-9932d0790dde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19125" y="1235525"/>
            <a:ext cx="7659583" cy="561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1" name="Google Shape;1611;p87" descr="\frac{dI_{H,j}​}{dt}​=\frac{β_{HM}​aI_M​​}{H}S_{H,j}​+ (-γI_{H,j}​- μ_{H,j}​S_{H,j} - \nu_{H,j}S_{H,j} )&#10;%2237949f-f8bc-4fce-bc8a-b99d62942cc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19125" y="2611275"/>
            <a:ext cx="7308749" cy="6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2" name="Google Shape;1612;p87" descr="b_HH_{total}&#10;%abeb8236-de2d-464c-bbc1-1c7a51416ed7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88650" y="5382025"/>
            <a:ext cx="937260" cy="22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8" name="Google Shape;1618;p88"/>
          <p:cNvSpPr txBox="1">
            <a:spLocks noGrp="1"/>
          </p:cNvSpPr>
          <p:nvPr>
            <p:ph type="title"/>
          </p:nvPr>
        </p:nvSpPr>
        <p:spPr>
          <a:xfrm>
            <a:off x="666751" y="366185"/>
            <a:ext cx="10850100" cy="745200"/>
          </a:xfrm>
          <a:prstGeom prst="rect">
            <a:avLst/>
          </a:prstGeom>
        </p:spPr>
        <p:txBody>
          <a:bodyPr spcFirstLastPara="1" wrap="square" lIns="0" tIns="60925" rIns="121900" bIns="60925" anchor="ctr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78AC"/>
                </a:solidFill>
              </a:rPr>
              <a:t>Mosquito population dynamic</a:t>
            </a:r>
            <a:endParaRPr>
              <a:solidFill>
                <a:srgbClr val="0078AC"/>
              </a:solidFill>
            </a:endParaRPr>
          </a:p>
        </p:txBody>
      </p:sp>
      <p:sp>
        <p:nvSpPr>
          <p:cNvPr id="1619" name="Google Shape;1619;p88"/>
          <p:cNvSpPr txBox="1">
            <a:spLocks noGrp="1"/>
          </p:cNvSpPr>
          <p:nvPr>
            <p:ph type="body" idx="1"/>
          </p:nvPr>
        </p:nvSpPr>
        <p:spPr>
          <a:xfrm>
            <a:off x="666750" y="1762076"/>
            <a:ext cx="10850100" cy="4381500"/>
          </a:xfrm>
          <a:prstGeom prst="rect">
            <a:avLst/>
          </a:prstGeom>
        </p:spPr>
        <p:txBody>
          <a:bodyPr spcFirstLastPara="1" wrap="square" lIns="0" tIns="60925" rIns="121900" bIns="609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/>
              <a:t>Let        be the mosquito birth rate,    ​   be the mosquito death rate, and </a:t>
            </a:r>
            <a:r>
              <a:rPr lang="en-US" sz="1800" b="1" i="1"/>
              <a:t>a</a:t>
            </a:r>
            <a:r>
              <a:rPr lang="en-US" sz="1800"/>
              <a:t> be the mosquito biting rate.</a:t>
            </a:r>
            <a:endParaRPr sz="18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8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80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8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8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/>
              <a:t>Where:</a:t>
            </a:r>
            <a:endParaRPr sz="1800"/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800"/>
              <a:t>                      	  is the total mosquito population.</a:t>
            </a:r>
            <a:endParaRPr sz="1800"/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800"/>
              <a:t>            			  is the total infected human population (for all age group).</a:t>
            </a:r>
            <a:endParaRPr sz="1800"/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800"/>
              <a:t>                               is the total human population (for all age group).</a:t>
            </a:r>
            <a:endParaRPr sz="1800"/>
          </a:p>
          <a:p>
            <a:pPr marL="0" lvl="0" indent="0" algn="l" rtl="0">
              <a:spcBef>
                <a:spcPts val="1200"/>
              </a:spcBef>
              <a:spcAft>
                <a:spcPts val="800"/>
              </a:spcAft>
              <a:buNone/>
            </a:pPr>
            <a:endParaRPr sz="1800"/>
          </a:p>
        </p:txBody>
      </p:sp>
      <p:pic>
        <p:nvPicPr>
          <p:cNvPr id="1620" name="Google Shape;1620;p88" descr="b_M&#10;%20eb92f2-eeae-4040-b85f-65fa248123b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57275" y="1857375"/>
            <a:ext cx="2857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1" name="Google Shape;1621;p88" descr="μ_M&#10;%7871dbbd-9792-4525-bd4f-440a2ab28d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30275" y="1876425"/>
            <a:ext cx="3238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2" name="Google Shape;1622;p88" descr="\lambda_m=a\frac{\sum_{_j}^{ }I_{H,j}}{\sum_{_j}^{ }H_{H,j}}&#10;%f11abd79-ead9-4fdb-9768-48350719a5e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974950" y="3368925"/>
            <a:ext cx="1929775" cy="67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3" name="Google Shape;1623;p88" descr="M=​S_M​+I_M&#10;%ff0aeecd-fe96-4f05-ab7e-cb8f11d1b3f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57275" y="4965575"/>
            <a:ext cx="14192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4" name="Google Shape;1624;p88" descr="\sum_j^{ }​I_{H,j}&#10;%ec955c29-74b8-44d4-9d45-7a7b9b5da4ee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057275" y="5286375"/>
            <a:ext cx="7239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5" name="Google Shape;1625;p88" descr="\sum_j^{ }(S_{H,j}​+I_{H,j}​)&#10;%d84e5475-e4bd-4f79-afc5-44272ad677cb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057275" y="5610225"/>
            <a:ext cx="154305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6" name="Google Shape;1626;p88" descr="\frac{dS_M}{dt}​=b_M​M−\lambda_m​S_M​−μ_M​S_M&#10;%d277b6a6-2806-4e66-9575-b99e25f666d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23900" y="2781300"/>
            <a:ext cx="5286375" cy="514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7" name="Google Shape;1627;p88" descr="\frac{dI_M}{dt}​= \lambda_m​S_M​−μ_M​I_M&#10;%4c03575b-49cb-45cc-b654-5a87c315e1c2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723900" y="3700413"/>
            <a:ext cx="3790950" cy="504825"/>
          </a:xfrm>
          <a:prstGeom prst="rect">
            <a:avLst/>
          </a:prstGeom>
          <a:noFill/>
          <a:ln>
            <a:noFill/>
          </a:ln>
        </p:spPr>
      </p:pic>
      <p:sp>
        <p:nvSpPr>
          <p:cNvPr id="1628" name="Google Shape;1628;p88"/>
          <p:cNvSpPr txBox="1"/>
          <p:nvPr/>
        </p:nvSpPr>
        <p:spPr>
          <a:xfrm>
            <a:off x="7743150" y="2515350"/>
            <a:ext cx="4186800" cy="7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force of infection from infected humans to mosquitoes can be defined as: 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4" name="Google Shape;1634;p89"/>
          <p:cNvGrpSpPr/>
          <p:nvPr/>
        </p:nvGrpSpPr>
        <p:grpSpPr>
          <a:xfrm>
            <a:off x="8005000" y="578725"/>
            <a:ext cx="4016308" cy="6140249"/>
            <a:chOff x="2868297" y="572790"/>
            <a:chExt cx="5136600" cy="6140249"/>
          </a:xfrm>
        </p:grpSpPr>
        <p:sp>
          <p:nvSpPr>
            <p:cNvPr id="1635" name="Google Shape;1635;p89"/>
            <p:cNvSpPr/>
            <p:nvPr/>
          </p:nvSpPr>
          <p:spPr>
            <a:xfrm>
              <a:off x="2868297" y="1029239"/>
              <a:ext cx="5136600" cy="5683800"/>
            </a:xfrm>
            <a:prstGeom prst="rect">
              <a:avLst/>
            </a:prstGeom>
            <a:solidFill>
              <a:srgbClr val="FFFFFF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1636" name="Google Shape;1636;p89"/>
            <p:cNvSpPr txBox="1"/>
            <p:nvPr/>
          </p:nvSpPr>
          <p:spPr>
            <a:xfrm>
              <a:off x="4192240" y="572790"/>
              <a:ext cx="22629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accent1"/>
                  </a:solidFill>
                </a:rPr>
                <a:t>Mosquitoes</a:t>
              </a:r>
              <a:endParaRPr sz="2400">
                <a:solidFill>
                  <a:schemeClr val="accent1"/>
                </a:solidFill>
              </a:endParaRPr>
            </a:p>
          </p:txBody>
        </p:sp>
      </p:grpSp>
      <p:grpSp>
        <p:nvGrpSpPr>
          <p:cNvPr id="1637" name="Google Shape;1637;p89"/>
          <p:cNvGrpSpPr/>
          <p:nvPr/>
        </p:nvGrpSpPr>
        <p:grpSpPr>
          <a:xfrm>
            <a:off x="2868300" y="1156163"/>
            <a:ext cx="5136600" cy="5556988"/>
            <a:chOff x="2868300" y="1156163"/>
            <a:chExt cx="5136600" cy="5556988"/>
          </a:xfrm>
        </p:grpSpPr>
        <p:sp>
          <p:nvSpPr>
            <p:cNvPr id="1638" name="Google Shape;1638;p89"/>
            <p:cNvSpPr/>
            <p:nvPr/>
          </p:nvSpPr>
          <p:spPr>
            <a:xfrm>
              <a:off x="2868300" y="1662650"/>
              <a:ext cx="5136600" cy="5050500"/>
            </a:xfrm>
            <a:prstGeom prst="rect">
              <a:avLst/>
            </a:prstGeom>
            <a:solidFill>
              <a:srgbClr val="FFFFFF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1639" name="Google Shape;1639;p89"/>
            <p:cNvSpPr txBox="1"/>
            <p:nvPr/>
          </p:nvSpPr>
          <p:spPr>
            <a:xfrm>
              <a:off x="4599300" y="1156163"/>
              <a:ext cx="16746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accent1"/>
                  </a:solidFill>
                </a:rPr>
                <a:t>Human</a:t>
              </a:r>
              <a:endParaRPr sz="2400">
                <a:solidFill>
                  <a:schemeClr val="accent1"/>
                </a:solidFill>
              </a:endParaRPr>
            </a:p>
          </p:txBody>
        </p:sp>
      </p:grpSp>
      <p:sp>
        <p:nvSpPr>
          <p:cNvPr id="1640" name="Google Shape;1640;p89"/>
          <p:cNvSpPr txBox="1">
            <a:spLocks noGrp="1"/>
          </p:cNvSpPr>
          <p:nvPr>
            <p:ph type="title"/>
          </p:nvPr>
        </p:nvSpPr>
        <p:spPr>
          <a:xfrm>
            <a:off x="666750" y="366175"/>
            <a:ext cx="8323800" cy="745200"/>
          </a:xfrm>
          <a:prstGeom prst="rect">
            <a:avLst/>
          </a:prstGeom>
        </p:spPr>
        <p:txBody>
          <a:bodyPr spcFirstLastPara="1" wrap="square" lIns="0" tIns="60925" rIns="121900" bIns="60925" anchor="ctr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Malaria transmission: age structure</a:t>
            </a:r>
            <a:endParaRPr/>
          </a:p>
        </p:txBody>
      </p:sp>
      <p:grpSp>
        <p:nvGrpSpPr>
          <p:cNvPr id="1641" name="Google Shape;1641;p89"/>
          <p:cNvGrpSpPr/>
          <p:nvPr/>
        </p:nvGrpSpPr>
        <p:grpSpPr>
          <a:xfrm>
            <a:off x="3233446" y="4190122"/>
            <a:ext cx="4567579" cy="2182556"/>
            <a:chOff x="513325" y="1111375"/>
            <a:chExt cx="11032800" cy="5271875"/>
          </a:xfrm>
        </p:grpSpPr>
        <p:grpSp>
          <p:nvGrpSpPr>
            <p:cNvPr id="1642" name="Google Shape;1642;p89"/>
            <p:cNvGrpSpPr/>
            <p:nvPr/>
          </p:nvGrpSpPr>
          <p:grpSpPr>
            <a:xfrm>
              <a:off x="513325" y="1111375"/>
              <a:ext cx="11032800" cy="4024658"/>
              <a:chOff x="513325" y="1111375"/>
              <a:chExt cx="11032800" cy="4024658"/>
            </a:xfrm>
          </p:grpSpPr>
          <p:sp>
            <p:nvSpPr>
              <p:cNvPr id="1643" name="Google Shape;1643;p89"/>
              <p:cNvSpPr/>
              <p:nvPr/>
            </p:nvSpPr>
            <p:spPr>
              <a:xfrm>
                <a:off x="513325" y="2629350"/>
                <a:ext cx="4735800" cy="1774500"/>
              </a:xfrm>
              <a:prstGeom prst="roundRect">
                <a:avLst>
                  <a:gd name="adj" fmla="val 16667"/>
                </a:avLst>
              </a:prstGeom>
              <a:noFill/>
              <a:ln w="63075" cap="flat" cmpd="sng">
                <a:solidFill>
                  <a:srgbClr val="95C0D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37850" tIns="37850" rIns="37850" bIns="378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607"/>
                  <a:buFont typeface="Arial"/>
                  <a:buNone/>
                </a:pPr>
                <a:endParaRPr sz="60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44" name="Google Shape;1644;p89"/>
              <p:cNvSpPr/>
              <p:nvPr/>
            </p:nvSpPr>
            <p:spPr>
              <a:xfrm>
                <a:off x="7025425" y="2629350"/>
                <a:ext cx="4520700" cy="1774500"/>
              </a:xfrm>
              <a:prstGeom prst="roundRect">
                <a:avLst>
                  <a:gd name="adj" fmla="val 16667"/>
                </a:avLst>
              </a:prstGeom>
              <a:noFill/>
              <a:ln w="63075" cap="flat" cmpd="sng">
                <a:solidFill>
                  <a:srgbClr val="E97F77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37850" tIns="37850" rIns="37850" bIns="378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607"/>
                  <a:buFont typeface="Arial"/>
                  <a:buNone/>
                </a:pPr>
                <a:endParaRPr sz="60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45" name="Google Shape;1645;p89"/>
              <p:cNvSpPr txBox="1"/>
              <p:nvPr/>
            </p:nvSpPr>
            <p:spPr>
              <a:xfrm>
                <a:off x="741925" y="2898325"/>
                <a:ext cx="4230600" cy="1477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7850" tIns="37850" rIns="37850" bIns="3785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539"/>
                  <a:buFont typeface="Arial"/>
                  <a:buNone/>
                </a:pPr>
                <a:r>
                  <a:rPr lang="en-US" sz="1738" b="0" i="0" u="none" strike="noStrike" cap="none">
                    <a:solidFill>
                      <a:srgbClr val="4F81BD"/>
                    </a:solidFill>
                    <a:latin typeface="Arial"/>
                    <a:ea typeface="Arial"/>
                    <a:cs typeface="Arial"/>
                    <a:sym typeface="Arial"/>
                  </a:rPr>
                  <a:t>susceptible</a:t>
                </a:r>
                <a:endParaRPr sz="1738" b="0" i="0" u="none" strike="noStrike" cap="none">
                  <a:solidFill>
                    <a:srgbClr val="4F81BD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539"/>
                  <a:buFont typeface="Arial"/>
                  <a:buNone/>
                </a:pPr>
                <a:r>
                  <a:rPr lang="en-US" sz="1738">
                    <a:solidFill>
                      <a:srgbClr val="4F81BD"/>
                    </a:solidFill>
                  </a:rPr>
                  <a:t>over 5</a:t>
                </a:r>
                <a:endParaRPr sz="1738">
                  <a:solidFill>
                    <a:srgbClr val="4F81BD"/>
                  </a:solidFill>
                </a:endParaRPr>
              </a:p>
            </p:txBody>
          </p:sp>
          <p:sp>
            <p:nvSpPr>
              <p:cNvPr id="1646" name="Google Shape;1646;p89"/>
              <p:cNvSpPr txBox="1"/>
              <p:nvPr/>
            </p:nvSpPr>
            <p:spPr>
              <a:xfrm>
                <a:off x="7170475" y="2878650"/>
                <a:ext cx="4230600" cy="1477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7850" tIns="37850" rIns="37850" bIns="3785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539"/>
                  <a:buFont typeface="Arial"/>
                  <a:buNone/>
                </a:pPr>
                <a:r>
                  <a:rPr lang="en-US" sz="1738" b="0" i="0" u="none" strike="noStrike" cap="none">
                    <a:solidFill>
                      <a:srgbClr val="4F81BD"/>
                    </a:solidFill>
                    <a:latin typeface="Arial"/>
                    <a:ea typeface="Arial"/>
                    <a:cs typeface="Arial"/>
                    <a:sym typeface="Arial"/>
                  </a:rPr>
                  <a:t>infectious </a:t>
                </a:r>
                <a:endParaRPr sz="1738" b="0" i="0" u="none" strike="noStrike" cap="none">
                  <a:solidFill>
                    <a:srgbClr val="4F81BD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539"/>
                  <a:buFont typeface="Arial"/>
                  <a:buNone/>
                </a:pPr>
                <a:r>
                  <a:rPr lang="en-US" sz="1738" b="0" i="0" u="none" strike="noStrike" cap="none">
                    <a:solidFill>
                      <a:srgbClr val="4F81BD"/>
                    </a:solidFill>
                    <a:latin typeface="Arial"/>
                    <a:ea typeface="Arial"/>
                    <a:cs typeface="Arial"/>
                    <a:sym typeface="Arial"/>
                  </a:rPr>
                  <a:t>over 5</a:t>
                </a:r>
                <a:endParaRPr sz="1738" b="0" i="0" u="none" strike="noStrike" cap="none">
                  <a:solidFill>
                    <a:srgbClr val="4F81B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47" name="Google Shape;1647;p89"/>
              <p:cNvSpPr/>
              <p:nvPr/>
            </p:nvSpPr>
            <p:spPr>
              <a:xfrm flipH="1">
                <a:off x="5534875" y="3945625"/>
                <a:ext cx="1204800" cy="554100"/>
              </a:xfrm>
              <a:prstGeom prst="rightArrow">
                <a:avLst>
                  <a:gd name="adj1" fmla="val 50000"/>
                  <a:gd name="adj2" fmla="val 50000"/>
                </a:avLst>
              </a:prstGeom>
              <a:solidFill>
                <a:srgbClr val="4FB043"/>
              </a:solidFill>
              <a:ln w="3950" cap="flat" cmpd="sng">
                <a:solidFill>
                  <a:srgbClr val="1F497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37850" tIns="37850" rIns="37850" bIns="378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607"/>
                  <a:buFont typeface="Arial"/>
                  <a:buNone/>
                </a:pPr>
                <a:endParaRPr sz="60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48" name="Google Shape;1648;p89"/>
              <p:cNvSpPr/>
              <p:nvPr/>
            </p:nvSpPr>
            <p:spPr>
              <a:xfrm rot="10800000" flipH="1">
                <a:off x="5611075" y="2629350"/>
                <a:ext cx="1204800" cy="554100"/>
              </a:xfrm>
              <a:prstGeom prst="rightArrow">
                <a:avLst>
                  <a:gd name="adj1" fmla="val 50000"/>
                  <a:gd name="adj2" fmla="val 50000"/>
                </a:avLst>
              </a:prstGeom>
              <a:solidFill>
                <a:srgbClr val="FF9900"/>
              </a:solidFill>
              <a:ln w="3950" cap="flat" cmpd="sng">
                <a:solidFill>
                  <a:srgbClr val="1F497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37850" tIns="37850" rIns="37850" bIns="378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607"/>
                  <a:buFont typeface="Arial"/>
                  <a:buNone/>
                </a:pPr>
                <a:endParaRPr sz="60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49" name="Google Shape;1649;p89"/>
              <p:cNvSpPr txBox="1"/>
              <p:nvPr/>
            </p:nvSpPr>
            <p:spPr>
              <a:xfrm>
                <a:off x="5290199" y="4499733"/>
                <a:ext cx="1845900" cy="63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7850" tIns="37850" rIns="37850" bIns="3785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14"/>
                  <a:buFont typeface="Arial"/>
                  <a:buNone/>
                </a:pPr>
                <a:r>
                  <a:rPr lang="en-US" sz="1214" b="0" i="0" u="none" strike="noStrike" cap="none">
                    <a:solidFill>
                      <a:srgbClr val="4FB043"/>
                    </a:solidFill>
                    <a:latin typeface="Arial"/>
                    <a:ea typeface="Arial"/>
                    <a:cs typeface="Arial"/>
                    <a:sym typeface="Arial"/>
                  </a:rPr>
                  <a:t>recovery</a:t>
                </a:r>
                <a:endParaRPr sz="1214" b="0" i="0" u="none" strike="noStrike" cap="none">
                  <a:solidFill>
                    <a:srgbClr val="4FB043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50" name="Google Shape;1650;p89"/>
              <p:cNvSpPr txBox="1"/>
              <p:nvPr/>
            </p:nvSpPr>
            <p:spPr>
              <a:xfrm>
                <a:off x="4997275" y="1111375"/>
                <a:ext cx="2432400" cy="63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7850" tIns="37850" rIns="37850" bIns="3785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14"/>
                  <a:buFont typeface="Arial"/>
                  <a:buNone/>
                </a:pPr>
                <a:r>
                  <a:rPr lang="en-US" sz="1214" b="0" i="0" u="none" strike="noStrike" cap="none">
                    <a:solidFill>
                      <a:srgbClr val="FF9900"/>
                    </a:solidFill>
                    <a:latin typeface="Arial"/>
                    <a:ea typeface="Arial"/>
                    <a:cs typeface="Arial"/>
                    <a:sym typeface="Arial"/>
                  </a:rPr>
                  <a:t>transmission</a:t>
                </a:r>
                <a:endParaRPr sz="1214" b="0" i="0" u="none" strike="noStrike" cap="none">
                  <a:solidFill>
                    <a:srgbClr val="FF99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51" name="Google Shape;1651;p89"/>
              <p:cNvSpPr/>
              <p:nvPr/>
            </p:nvSpPr>
            <p:spPr>
              <a:xfrm flipH="1">
                <a:off x="6096000" y="1807550"/>
                <a:ext cx="2736900" cy="631200"/>
              </a:xfrm>
              <a:prstGeom prst="uturnArrow">
                <a:avLst>
                  <a:gd name="adj1" fmla="val 25000"/>
                  <a:gd name="adj2" fmla="val 25000"/>
                  <a:gd name="adj3" fmla="val 25000"/>
                  <a:gd name="adj4" fmla="val 43750"/>
                  <a:gd name="adj5" fmla="val 75000"/>
                </a:avLst>
              </a:prstGeom>
              <a:solidFill>
                <a:srgbClr val="FF9900"/>
              </a:solidFill>
              <a:ln w="3950" cap="flat" cmpd="sng">
                <a:solidFill>
                  <a:srgbClr val="1F497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37850" tIns="37850" rIns="37850" bIns="378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607"/>
                  <a:buFont typeface="Arial"/>
                  <a:buNone/>
                </a:pPr>
                <a:endParaRPr sz="60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652" name="Google Shape;1652;p89"/>
            <p:cNvSpPr txBox="1"/>
            <p:nvPr/>
          </p:nvSpPr>
          <p:spPr>
            <a:xfrm>
              <a:off x="4685875" y="5480250"/>
              <a:ext cx="3055200" cy="90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7850" tIns="37850" rIns="37850" bIns="3785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32"/>
                <a:buFont typeface="Arial"/>
                <a:buNone/>
              </a:pPr>
              <a:r>
                <a:rPr lang="en-US" sz="1931" b="0" i="1" u="none" strike="noStrike" cap="none">
                  <a:solidFill>
                    <a:srgbClr val="4F81BD"/>
                  </a:solidFill>
                  <a:latin typeface="Arial"/>
                  <a:ea typeface="Arial"/>
                  <a:cs typeface="Arial"/>
                  <a:sym typeface="Arial"/>
                </a:rPr>
                <a:t>SIS model</a:t>
              </a:r>
              <a:endParaRPr sz="1931" b="0" i="1" u="none" strike="noStrike" cap="none">
                <a:solidFill>
                  <a:srgbClr val="4F81B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53" name="Google Shape;1653;p89"/>
          <p:cNvSpPr/>
          <p:nvPr/>
        </p:nvSpPr>
        <p:spPr>
          <a:xfrm>
            <a:off x="8432475" y="2177525"/>
            <a:ext cx="2705100" cy="914100"/>
          </a:xfrm>
          <a:prstGeom prst="roundRect">
            <a:avLst>
              <a:gd name="adj" fmla="val 16667"/>
            </a:avLst>
          </a:prstGeom>
          <a:noFill/>
          <a:ln w="152400" cap="flat" cmpd="sng">
            <a:solidFill>
              <a:srgbClr val="0070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accent1"/>
                </a:solidFill>
              </a:rPr>
              <a:t>susceptible mosquitoes</a:t>
            </a:r>
            <a:endParaRPr sz="1800">
              <a:solidFill>
                <a:schemeClr val="accent1"/>
              </a:solidFill>
            </a:endParaRPr>
          </a:p>
        </p:txBody>
      </p:sp>
      <p:sp>
        <p:nvSpPr>
          <p:cNvPr id="1654" name="Google Shape;1654;p89"/>
          <p:cNvSpPr txBox="1"/>
          <p:nvPr/>
        </p:nvSpPr>
        <p:spPr>
          <a:xfrm>
            <a:off x="9052269" y="1979677"/>
            <a:ext cx="2395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1"/>
              </a:solidFill>
            </a:endParaRPr>
          </a:p>
        </p:txBody>
      </p:sp>
      <p:sp>
        <p:nvSpPr>
          <p:cNvPr id="1655" name="Google Shape;1655;p89"/>
          <p:cNvSpPr/>
          <p:nvPr/>
        </p:nvSpPr>
        <p:spPr>
          <a:xfrm>
            <a:off x="8360175" y="4489375"/>
            <a:ext cx="2849700" cy="1157100"/>
          </a:xfrm>
          <a:prstGeom prst="roundRect">
            <a:avLst>
              <a:gd name="adj" fmla="val 16667"/>
            </a:avLst>
          </a:prstGeom>
          <a:noFill/>
          <a:ln w="152400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accent1"/>
                </a:solidFill>
              </a:rPr>
              <a:t>infectious mosquitoes</a:t>
            </a:r>
            <a:endParaRPr sz="1800">
              <a:solidFill>
                <a:schemeClr val="accent1"/>
              </a:solidFill>
            </a:endParaRPr>
          </a:p>
        </p:txBody>
      </p:sp>
      <p:sp>
        <p:nvSpPr>
          <p:cNvPr id="1656" name="Google Shape;1656;p89"/>
          <p:cNvSpPr/>
          <p:nvPr/>
        </p:nvSpPr>
        <p:spPr>
          <a:xfrm rot="-5400000" flipH="1">
            <a:off x="10021325" y="3630797"/>
            <a:ext cx="943800" cy="2532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B45F0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657" name="Google Shape;1657;p89"/>
          <p:cNvGrpSpPr/>
          <p:nvPr/>
        </p:nvGrpSpPr>
        <p:grpSpPr>
          <a:xfrm>
            <a:off x="3209921" y="1742590"/>
            <a:ext cx="4567579" cy="1564785"/>
            <a:chOff x="513325" y="2028628"/>
            <a:chExt cx="11032800" cy="3779675"/>
          </a:xfrm>
        </p:grpSpPr>
        <p:sp>
          <p:nvSpPr>
            <p:cNvPr id="1658" name="Google Shape;1658;p89"/>
            <p:cNvSpPr/>
            <p:nvPr/>
          </p:nvSpPr>
          <p:spPr>
            <a:xfrm>
              <a:off x="513325" y="2629350"/>
              <a:ext cx="4735800" cy="1774500"/>
            </a:xfrm>
            <a:prstGeom prst="roundRect">
              <a:avLst>
                <a:gd name="adj" fmla="val 16667"/>
              </a:avLst>
            </a:prstGeom>
            <a:noFill/>
            <a:ln w="63075" cap="flat" cmpd="sng">
              <a:solidFill>
                <a:srgbClr val="95C0D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37850" tIns="37850" rIns="37850" bIns="378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7"/>
                <a:buFont typeface="Arial"/>
                <a:buNone/>
              </a:pPr>
              <a:endParaRPr sz="60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9" name="Google Shape;1659;p89"/>
            <p:cNvSpPr/>
            <p:nvPr/>
          </p:nvSpPr>
          <p:spPr>
            <a:xfrm>
              <a:off x="7025425" y="2629350"/>
              <a:ext cx="4520700" cy="1774500"/>
            </a:xfrm>
            <a:prstGeom prst="roundRect">
              <a:avLst>
                <a:gd name="adj" fmla="val 16667"/>
              </a:avLst>
            </a:prstGeom>
            <a:noFill/>
            <a:ln w="63075" cap="flat" cmpd="sng">
              <a:solidFill>
                <a:srgbClr val="E97F7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37850" tIns="37850" rIns="37850" bIns="378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7"/>
                <a:buFont typeface="Arial"/>
                <a:buNone/>
              </a:pPr>
              <a:endParaRPr sz="60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0" name="Google Shape;1660;p89"/>
            <p:cNvSpPr txBox="1"/>
            <p:nvPr/>
          </p:nvSpPr>
          <p:spPr>
            <a:xfrm>
              <a:off x="741925" y="2898325"/>
              <a:ext cx="4230600" cy="147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7850" tIns="37850" rIns="37850" bIns="3785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39"/>
                <a:buFont typeface="Arial"/>
                <a:buNone/>
              </a:pPr>
              <a:r>
                <a:rPr lang="en-US" sz="1738" b="0" i="0" u="none" strike="noStrike" cap="none">
                  <a:solidFill>
                    <a:srgbClr val="4F81BD"/>
                  </a:solidFill>
                  <a:latin typeface="Arial"/>
                  <a:ea typeface="Arial"/>
                  <a:cs typeface="Arial"/>
                  <a:sym typeface="Arial"/>
                </a:rPr>
                <a:t>susceptible</a:t>
              </a:r>
              <a:endParaRPr sz="1738" b="0" i="0" u="none" strike="noStrike" cap="none">
                <a:solidFill>
                  <a:srgbClr val="4F81BD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39"/>
                <a:buFont typeface="Arial"/>
                <a:buNone/>
              </a:pPr>
              <a:r>
                <a:rPr lang="en-US" sz="1738">
                  <a:solidFill>
                    <a:srgbClr val="4F81BD"/>
                  </a:solidFill>
                </a:rPr>
                <a:t>under 5</a:t>
              </a:r>
              <a:endParaRPr sz="1738">
                <a:solidFill>
                  <a:srgbClr val="4F81BD"/>
                </a:solidFill>
              </a:endParaRPr>
            </a:p>
          </p:txBody>
        </p:sp>
        <p:sp>
          <p:nvSpPr>
            <p:cNvPr id="1661" name="Google Shape;1661;p89"/>
            <p:cNvSpPr txBox="1"/>
            <p:nvPr/>
          </p:nvSpPr>
          <p:spPr>
            <a:xfrm>
              <a:off x="7170475" y="2878650"/>
              <a:ext cx="4230600" cy="144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7850" tIns="37850" rIns="37850" bIns="3785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39"/>
                <a:buFont typeface="Arial"/>
                <a:buNone/>
              </a:pPr>
              <a:r>
                <a:rPr lang="en-US" sz="1700" b="0" i="0" u="none" strike="noStrike" cap="none">
                  <a:solidFill>
                    <a:srgbClr val="4F81BD"/>
                  </a:solidFill>
                  <a:latin typeface="Arial"/>
                  <a:ea typeface="Arial"/>
                  <a:cs typeface="Arial"/>
                  <a:sym typeface="Arial"/>
                </a:rPr>
                <a:t>infectious</a:t>
              </a:r>
              <a:endParaRPr sz="1700" b="0" i="0" u="none" strike="noStrike" cap="none">
                <a:solidFill>
                  <a:srgbClr val="4F81BD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39"/>
                <a:buFont typeface="Arial"/>
                <a:buNone/>
              </a:pPr>
              <a:r>
                <a:rPr lang="en-US" sz="1700">
                  <a:solidFill>
                    <a:srgbClr val="4F81BD"/>
                  </a:solidFill>
                </a:rPr>
                <a:t>under 5</a:t>
              </a:r>
              <a:endParaRPr sz="1700">
                <a:solidFill>
                  <a:srgbClr val="4F81BD"/>
                </a:solidFill>
              </a:endParaRPr>
            </a:p>
          </p:txBody>
        </p:sp>
        <p:sp>
          <p:nvSpPr>
            <p:cNvPr id="1662" name="Google Shape;1662;p89"/>
            <p:cNvSpPr/>
            <p:nvPr/>
          </p:nvSpPr>
          <p:spPr>
            <a:xfrm flipH="1">
              <a:off x="5611385" y="2563711"/>
              <a:ext cx="1204800" cy="55410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4FB043"/>
            </a:solidFill>
            <a:ln w="3950" cap="flat" cmpd="sng">
              <a:solidFill>
                <a:srgbClr val="1F497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37850" tIns="37850" rIns="37850" bIns="378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7"/>
                <a:buFont typeface="Arial"/>
                <a:buNone/>
              </a:pPr>
              <a:endParaRPr sz="60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3" name="Google Shape;1663;p89"/>
            <p:cNvSpPr/>
            <p:nvPr/>
          </p:nvSpPr>
          <p:spPr>
            <a:xfrm rot="10800000" flipH="1">
              <a:off x="5462675" y="3607369"/>
              <a:ext cx="1204800" cy="55410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FF9900"/>
            </a:solidFill>
            <a:ln w="3950" cap="flat" cmpd="sng">
              <a:solidFill>
                <a:srgbClr val="1F497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37850" tIns="37850" rIns="37850" bIns="378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7"/>
                <a:buFont typeface="Arial"/>
                <a:buNone/>
              </a:pPr>
              <a:endParaRPr sz="60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4" name="Google Shape;1664;p89"/>
            <p:cNvSpPr txBox="1"/>
            <p:nvPr/>
          </p:nvSpPr>
          <p:spPr>
            <a:xfrm>
              <a:off x="5462662" y="2028628"/>
              <a:ext cx="1845900" cy="63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7850" tIns="37850" rIns="37850" bIns="3785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14"/>
                <a:buFont typeface="Arial"/>
                <a:buNone/>
              </a:pPr>
              <a:r>
                <a:rPr lang="en-US" sz="1214" b="0" i="0" u="none" strike="noStrike" cap="none">
                  <a:solidFill>
                    <a:srgbClr val="4FB043"/>
                  </a:solidFill>
                  <a:latin typeface="Arial"/>
                  <a:ea typeface="Arial"/>
                  <a:cs typeface="Arial"/>
                  <a:sym typeface="Arial"/>
                </a:rPr>
                <a:t>recovery</a:t>
              </a:r>
              <a:endParaRPr sz="1214" b="0" i="0" u="none" strike="noStrike" cap="none">
                <a:solidFill>
                  <a:srgbClr val="4FB04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5" name="Google Shape;1665;p89"/>
            <p:cNvSpPr txBox="1"/>
            <p:nvPr/>
          </p:nvSpPr>
          <p:spPr>
            <a:xfrm>
              <a:off x="5249147" y="5172003"/>
              <a:ext cx="2432400" cy="63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7850" tIns="37850" rIns="37850" bIns="3785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14"/>
                <a:buFont typeface="Arial"/>
                <a:buNone/>
              </a:pPr>
              <a:r>
                <a:rPr lang="en-US" sz="1214" b="0" i="0" u="none" strike="noStrike" cap="none">
                  <a:solidFill>
                    <a:srgbClr val="FF9900"/>
                  </a:solidFill>
                  <a:latin typeface="Arial"/>
                  <a:ea typeface="Arial"/>
                  <a:cs typeface="Arial"/>
                  <a:sym typeface="Arial"/>
                </a:rPr>
                <a:t>transmission</a:t>
              </a:r>
              <a:endParaRPr sz="1214" b="0" i="0" u="none" strike="noStrike" cap="non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6" name="Google Shape;1666;p89"/>
            <p:cNvSpPr/>
            <p:nvPr/>
          </p:nvSpPr>
          <p:spPr>
            <a:xfrm rot="10800000">
              <a:off x="5940714" y="4541007"/>
              <a:ext cx="2376600" cy="493800"/>
            </a:xfrm>
            <a:prstGeom prst="uturnArrow">
              <a:avLst>
                <a:gd name="adj1" fmla="val 25000"/>
                <a:gd name="adj2" fmla="val 25000"/>
                <a:gd name="adj3" fmla="val 25000"/>
                <a:gd name="adj4" fmla="val 43750"/>
                <a:gd name="adj5" fmla="val 75000"/>
              </a:avLst>
            </a:prstGeom>
            <a:solidFill>
              <a:srgbClr val="FF9900"/>
            </a:solidFill>
            <a:ln w="3950" cap="flat" cmpd="sng">
              <a:solidFill>
                <a:srgbClr val="1F497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37850" tIns="37850" rIns="37850" bIns="378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7"/>
                <a:buFont typeface="Arial"/>
                <a:buNone/>
              </a:pPr>
              <a:endParaRPr sz="60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67" name="Google Shape;1667;p89"/>
          <p:cNvSpPr/>
          <p:nvPr/>
        </p:nvSpPr>
        <p:spPr>
          <a:xfrm rot="5400000" flipH="1">
            <a:off x="8521000" y="3641024"/>
            <a:ext cx="926400" cy="2532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668" name="Google Shape;1668;p89"/>
          <p:cNvGrpSpPr/>
          <p:nvPr/>
        </p:nvGrpSpPr>
        <p:grpSpPr>
          <a:xfrm>
            <a:off x="6247500" y="1668650"/>
            <a:ext cx="2924075" cy="2827425"/>
            <a:chOff x="6247500" y="1668650"/>
            <a:chExt cx="2924075" cy="2827425"/>
          </a:xfrm>
        </p:grpSpPr>
        <p:sp>
          <p:nvSpPr>
            <p:cNvPr id="1669" name="Google Shape;1669;p89"/>
            <p:cNvSpPr/>
            <p:nvPr/>
          </p:nvSpPr>
          <p:spPr>
            <a:xfrm flipH="1">
              <a:off x="6247500" y="4139675"/>
              <a:ext cx="2160300" cy="356400"/>
            </a:xfrm>
            <a:prstGeom prst="uturnArrow">
              <a:avLst>
                <a:gd name="adj1" fmla="val 25000"/>
                <a:gd name="adj2" fmla="val 25000"/>
                <a:gd name="adj3" fmla="val 25000"/>
                <a:gd name="adj4" fmla="val 43750"/>
                <a:gd name="adj5" fmla="val 75000"/>
              </a:avLst>
            </a:prstGeom>
            <a:solidFill>
              <a:srgbClr val="FF9900"/>
            </a:solidFill>
            <a:ln w="3950" cap="flat" cmpd="sng">
              <a:solidFill>
                <a:srgbClr val="1F497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37850" tIns="37850" rIns="37850" bIns="378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7"/>
                <a:buFont typeface="Arial"/>
                <a:buNone/>
              </a:pPr>
              <a:endParaRPr sz="60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0" name="Google Shape;1670;p89"/>
            <p:cNvSpPr/>
            <p:nvPr/>
          </p:nvSpPr>
          <p:spPr>
            <a:xfrm rot="2237152">
              <a:off x="6635498" y="3511116"/>
              <a:ext cx="2413204" cy="182768"/>
            </a:xfrm>
            <a:prstGeom prst="leftArrow">
              <a:avLst>
                <a:gd name="adj1" fmla="val 50000"/>
                <a:gd name="adj2" fmla="val 50000"/>
              </a:avLst>
            </a:prstGeom>
            <a:solidFill>
              <a:srgbClr val="FF9900"/>
            </a:solidFill>
            <a:ln w="9525" cap="flat" cmpd="sng">
              <a:solidFill>
                <a:srgbClr val="FF99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1671" name="Google Shape;1671;p89"/>
            <p:cNvSpPr/>
            <p:nvPr/>
          </p:nvSpPr>
          <p:spPr>
            <a:xfrm>
              <a:off x="7352375" y="1668650"/>
              <a:ext cx="1819200" cy="356400"/>
            </a:xfrm>
            <a:prstGeom prst="uturnArrow">
              <a:avLst>
                <a:gd name="adj1" fmla="val 25000"/>
                <a:gd name="adj2" fmla="val 25000"/>
                <a:gd name="adj3" fmla="val 25000"/>
                <a:gd name="adj4" fmla="val 43750"/>
                <a:gd name="adj5" fmla="val 75000"/>
              </a:avLst>
            </a:prstGeom>
            <a:solidFill>
              <a:srgbClr val="FF9900"/>
            </a:solidFill>
            <a:ln w="9525" cap="flat" cmpd="sng">
              <a:solidFill>
                <a:srgbClr val="FF99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1672" name="Google Shape;1672;p89"/>
            <p:cNvSpPr/>
            <p:nvPr/>
          </p:nvSpPr>
          <p:spPr>
            <a:xfrm rot="-3308910" flipH="1">
              <a:off x="7057731" y="3354831"/>
              <a:ext cx="1362846" cy="238691"/>
            </a:xfrm>
            <a:prstGeom prst="leftArrow">
              <a:avLst>
                <a:gd name="adj1" fmla="val 50000"/>
                <a:gd name="adj2" fmla="val 50000"/>
              </a:avLst>
            </a:prstGeom>
            <a:solidFill>
              <a:srgbClr val="FF9900"/>
            </a:solidFill>
            <a:ln w="9525" cap="flat" cmpd="sng">
              <a:solidFill>
                <a:srgbClr val="FF99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FFFFFF"/>
                </a:solidFill>
              </a:endParaRPr>
            </a:p>
          </p:txBody>
        </p:sp>
      </p:grpSp>
      <p:sp>
        <p:nvSpPr>
          <p:cNvPr id="1673" name="Google Shape;1673;p89"/>
          <p:cNvSpPr txBox="1"/>
          <p:nvPr/>
        </p:nvSpPr>
        <p:spPr>
          <a:xfrm>
            <a:off x="9456578" y="6050650"/>
            <a:ext cx="811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3"/>
                </a:solidFill>
              </a:rPr>
              <a:t>death</a:t>
            </a:r>
            <a:endParaRPr sz="1800">
              <a:solidFill>
                <a:schemeClr val="accent3"/>
              </a:solidFill>
            </a:endParaRPr>
          </a:p>
        </p:txBody>
      </p:sp>
      <p:sp>
        <p:nvSpPr>
          <p:cNvPr id="1674" name="Google Shape;1674;p89"/>
          <p:cNvSpPr/>
          <p:nvPr/>
        </p:nvSpPr>
        <p:spPr>
          <a:xfrm rot="-5400000" flipH="1">
            <a:off x="10087621" y="6104897"/>
            <a:ext cx="811200" cy="2532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5" name="Google Shape;1675;p89"/>
          <p:cNvSpPr txBox="1"/>
          <p:nvPr/>
        </p:nvSpPr>
        <p:spPr>
          <a:xfrm>
            <a:off x="9052278" y="3807000"/>
            <a:ext cx="811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3"/>
                </a:solidFill>
              </a:rPr>
              <a:t>birth</a:t>
            </a:r>
            <a:endParaRPr sz="1800">
              <a:solidFill>
                <a:schemeClr val="accent3"/>
              </a:solidFill>
            </a:endParaRPr>
          </a:p>
        </p:txBody>
      </p:sp>
      <p:sp>
        <p:nvSpPr>
          <p:cNvPr id="1676" name="Google Shape;1676;p89"/>
          <p:cNvSpPr/>
          <p:nvPr/>
        </p:nvSpPr>
        <p:spPr>
          <a:xfrm rot="10800000">
            <a:off x="9795103" y="1662650"/>
            <a:ext cx="723900" cy="368400"/>
          </a:xfrm>
          <a:prstGeom prst="curvedUpArrow">
            <a:avLst>
              <a:gd name="adj1" fmla="val 25000"/>
              <a:gd name="adj2" fmla="val 50000"/>
              <a:gd name="adj3" fmla="val 25000"/>
            </a:avLst>
          </a:prstGeom>
          <a:solidFill>
            <a:schemeClr val="accent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7" name="Google Shape;1677;p89"/>
          <p:cNvSpPr txBox="1"/>
          <p:nvPr/>
        </p:nvSpPr>
        <p:spPr>
          <a:xfrm>
            <a:off x="9519275" y="1238300"/>
            <a:ext cx="811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3"/>
                </a:solidFill>
              </a:rPr>
              <a:t>birth</a:t>
            </a:r>
            <a:endParaRPr sz="1800">
              <a:solidFill>
                <a:schemeClr val="accent3"/>
              </a:solidFill>
            </a:endParaRPr>
          </a:p>
        </p:txBody>
      </p:sp>
      <p:sp>
        <p:nvSpPr>
          <p:cNvPr id="1678" name="Google Shape;1678;p89"/>
          <p:cNvSpPr/>
          <p:nvPr/>
        </p:nvSpPr>
        <p:spPr>
          <a:xfrm rot="-10797457" flipH="1">
            <a:off x="11209519" y="2593494"/>
            <a:ext cx="811200" cy="253201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9" name="Google Shape;1679;p89"/>
          <p:cNvSpPr txBox="1"/>
          <p:nvPr/>
        </p:nvSpPr>
        <p:spPr>
          <a:xfrm>
            <a:off x="11283678" y="2123675"/>
            <a:ext cx="811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3"/>
                </a:solidFill>
              </a:rPr>
              <a:t>death</a:t>
            </a:r>
            <a:endParaRPr sz="1800">
              <a:solidFill>
                <a:schemeClr val="accent3"/>
              </a:solidFill>
            </a:endParaRPr>
          </a:p>
        </p:txBody>
      </p:sp>
      <p:sp>
        <p:nvSpPr>
          <p:cNvPr id="1680" name="Google Shape;1680;p89"/>
          <p:cNvSpPr txBox="1"/>
          <p:nvPr/>
        </p:nvSpPr>
        <p:spPr>
          <a:xfrm>
            <a:off x="133350" y="3152775"/>
            <a:ext cx="24810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6 ordinary Differential Equations (ODEs)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5" name="Google Shape;1685;p90"/>
          <p:cNvSpPr txBox="1">
            <a:spLocks noGrp="1"/>
          </p:cNvSpPr>
          <p:nvPr>
            <p:ph type="title"/>
          </p:nvPr>
        </p:nvSpPr>
        <p:spPr>
          <a:xfrm>
            <a:off x="666751" y="366185"/>
            <a:ext cx="10850100" cy="745200"/>
          </a:xfrm>
          <a:prstGeom prst="rect">
            <a:avLst/>
          </a:prstGeom>
        </p:spPr>
        <p:txBody>
          <a:bodyPr spcFirstLastPara="1" wrap="square" lIns="0" tIns="60925" rIns="121900" bIns="60925" anchor="ctr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78AC"/>
                </a:solidFill>
              </a:rPr>
              <a:t>Malaria transmission model with treatment intervention</a:t>
            </a:r>
            <a:endParaRPr>
              <a:solidFill>
                <a:srgbClr val="0078AC"/>
              </a:solidFill>
            </a:endParaRPr>
          </a:p>
        </p:txBody>
      </p:sp>
      <p:grpSp>
        <p:nvGrpSpPr>
          <p:cNvPr id="1686" name="Google Shape;1686;p90"/>
          <p:cNvGrpSpPr/>
          <p:nvPr/>
        </p:nvGrpSpPr>
        <p:grpSpPr>
          <a:xfrm>
            <a:off x="1324621" y="1409020"/>
            <a:ext cx="8687429" cy="4929505"/>
            <a:chOff x="-351779" y="1561420"/>
            <a:chExt cx="8687429" cy="4929505"/>
          </a:xfrm>
        </p:grpSpPr>
        <p:sp>
          <p:nvSpPr>
            <p:cNvPr id="1687" name="Google Shape;1687;p90"/>
            <p:cNvSpPr/>
            <p:nvPr/>
          </p:nvSpPr>
          <p:spPr>
            <a:xfrm>
              <a:off x="763600" y="1915544"/>
              <a:ext cx="3188100" cy="1354500"/>
            </a:xfrm>
            <a:prstGeom prst="roundRect">
              <a:avLst>
                <a:gd name="adj" fmla="val 16667"/>
              </a:avLst>
            </a:prstGeom>
            <a:noFill/>
            <a:ln w="152400" cap="flat" cmpd="sng">
              <a:solidFill>
                <a:srgbClr val="95C0D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8" name="Google Shape;1688;p90"/>
            <p:cNvSpPr/>
            <p:nvPr/>
          </p:nvSpPr>
          <p:spPr>
            <a:xfrm>
              <a:off x="5147550" y="1915550"/>
              <a:ext cx="3188100" cy="1401300"/>
            </a:xfrm>
            <a:prstGeom prst="roundRect">
              <a:avLst>
                <a:gd name="adj" fmla="val 16667"/>
              </a:avLst>
            </a:prstGeom>
            <a:noFill/>
            <a:ln w="152400" cap="flat" cmpd="sng">
              <a:solidFill>
                <a:srgbClr val="E97F7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9" name="Google Shape;1689;p90"/>
            <p:cNvSpPr txBox="1"/>
            <p:nvPr/>
          </p:nvSpPr>
          <p:spPr>
            <a:xfrm>
              <a:off x="535874" y="1962275"/>
              <a:ext cx="3229500" cy="110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00">
                  <a:solidFill>
                    <a:schemeClr val="accent1"/>
                  </a:solidFill>
                </a:rPr>
                <a:t>susceptible humans     </a:t>
              </a:r>
              <a:endParaRPr sz="3000">
                <a:solidFill>
                  <a:schemeClr val="accent1"/>
                </a:solidFill>
              </a:endParaRPr>
            </a:p>
          </p:txBody>
        </p:sp>
        <p:sp>
          <p:nvSpPr>
            <p:cNvPr id="1690" name="Google Shape;1690;p90"/>
            <p:cNvSpPr txBox="1"/>
            <p:nvPr/>
          </p:nvSpPr>
          <p:spPr>
            <a:xfrm>
              <a:off x="5004024" y="1953300"/>
              <a:ext cx="3089100" cy="110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00">
                  <a:solidFill>
                    <a:schemeClr val="accent1"/>
                  </a:solidFill>
                </a:rPr>
                <a:t>infectious</a:t>
              </a:r>
              <a:endParaRPr sz="3000">
                <a:solidFill>
                  <a:schemeClr val="accent1"/>
                </a:solidFill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00">
                  <a:solidFill>
                    <a:schemeClr val="accent1"/>
                  </a:solidFill>
                </a:rPr>
                <a:t>humans       </a:t>
              </a:r>
              <a:endParaRPr sz="3000">
                <a:solidFill>
                  <a:schemeClr val="accent1"/>
                </a:solidFill>
              </a:endParaRPr>
            </a:p>
          </p:txBody>
        </p:sp>
        <p:sp>
          <p:nvSpPr>
            <p:cNvPr id="1691" name="Google Shape;1691;p90"/>
            <p:cNvSpPr/>
            <p:nvPr/>
          </p:nvSpPr>
          <p:spPr>
            <a:xfrm rot="10800000" flipH="1">
              <a:off x="4143985" y="2887820"/>
              <a:ext cx="811200" cy="25320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FF99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2" name="Google Shape;1692;p90"/>
            <p:cNvSpPr txBox="1"/>
            <p:nvPr/>
          </p:nvSpPr>
          <p:spPr>
            <a:xfrm>
              <a:off x="5049864" y="3532988"/>
              <a:ext cx="3043200" cy="738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FF9900"/>
                  </a:solidFill>
                </a:rPr>
                <a:t>transmission from mosquitoes to humans</a:t>
              </a:r>
              <a:endParaRPr sz="1800">
                <a:solidFill>
                  <a:srgbClr val="FF9900"/>
                </a:solidFill>
              </a:endParaRPr>
            </a:p>
          </p:txBody>
        </p:sp>
        <p:sp>
          <p:nvSpPr>
            <p:cNvPr id="1693" name="Google Shape;1693;p90"/>
            <p:cNvSpPr/>
            <p:nvPr/>
          </p:nvSpPr>
          <p:spPr>
            <a:xfrm flipH="1">
              <a:off x="4144021" y="2023122"/>
              <a:ext cx="811200" cy="25320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4FB043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4" name="Google Shape;1694;p90"/>
            <p:cNvSpPr txBox="1"/>
            <p:nvPr/>
          </p:nvSpPr>
          <p:spPr>
            <a:xfrm>
              <a:off x="4059487" y="1561420"/>
              <a:ext cx="10779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4FB043"/>
                  </a:solidFill>
                </a:rPr>
                <a:t>recovery</a:t>
              </a:r>
              <a:endParaRPr sz="1800">
                <a:solidFill>
                  <a:srgbClr val="4FB043"/>
                </a:solidFill>
              </a:endParaRPr>
            </a:p>
          </p:txBody>
        </p:sp>
        <p:sp>
          <p:nvSpPr>
            <p:cNvPr id="1695" name="Google Shape;1695;p90"/>
            <p:cNvSpPr/>
            <p:nvPr/>
          </p:nvSpPr>
          <p:spPr>
            <a:xfrm>
              <a:off x="763600" y="4302819"/>
              <a:ext cx="3188100" cy="1354500"/>
            </a:xfrm>
            <a:prstGeom prst="roundRect">
              <a:avLst>
                <a:gd name="adj" fmla="val 16667"/>
              </a:avLst>
            </a:prstGeom>
            <a:noFill/>
            <a:ln w="152400" cap="flat" cmpd="sng">
              <a:solidFill>
                <a:srgbClr val="0078A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6" name="Google Shape;1696;p90"/>
            <p:cNvSpPr txBox="1"/>
            <p:nvPr/>
          </p:nvSpPr>
          <p:spPr>
            <a:xfrm>
              <a:off x="459425" y="4382150"/>
              <a:ext cx="3229500" cy="110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00">
                  <a:solidFill>
                    <a:schemeClr val="accent1"/>
                  </a:solidFill>
                </a:rPr>
                <a:t>susceptible mosquitoes     </a:t>
              </a:r>
              <a:endParaRPr sz="3000">
                <a:solidFill>
                  <a:schemeClr val="accent1"/>
                </a:solidFill>
              </a:endParaRPr>
            </a:p>
          </p:txBody>
        </p:sp>
        <p:sp>
          <p:nvSpPr>
            <p:cNvPr id="1697" name="Google Shape;1697;p90"/>
            <p:cNvSpPr/>
            <p:nvPr/>
          </p:nvSpPr>
          <p:spPr>
            <a:xfrm>
              <a:off x="5147550" y="4355657"/>
              <a:ext cx="3188100" cy="1354500"/>
            </a:xfrm>
            <a:prstGeom prst="roundRect">
              <a:avLst>
                <a:gd name="adj" fmla="val 16667"/>
              </a:avLst>
            </a:prstGeom>
            <a:noFill/>
            <a:ln w="152400" cap="flat" cmpd="sng">
              <a:solidFill>
                <a:srgbClr val="CC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8" name="Google Shape;1698;p90"/>
            <p:cNvSpPr txBox="1"/>
            <p:nvPr/>
          </p:nvSpPr>
          <p:spPr>
            <a:xfrm>
              <a:off x="4693225" y="4400837"/>
              <a:ext cx="3399900" cy="110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00">
                  <a:solidFill>
                    <a:schemeClr val="accent1"/>
                  </a:solidFill>
                </a:rPr>
                <a:t>infectious mosquitoes  </a:t>
              </a:r>
              <a:endParaRPr sz="3000">
                <a:solidFill>
                  <a:schemeClr val="accent1"/>
                </a:solidFill>
              </a:endParaRPr>
            </a:p>
          </p:txBody>
        </p:sp>
        <p:sp>
          <p:nvSpPr>
            <p:cNvPr id="1699" name="Google Shape;1699;p90"/>
            <p:cNvSpPr/>
            <p:nvPr/>
          </p:nvSpPr>
          <p:spPr>
            <a:xfrm rot="10800000" flipH="1">
              <a:off x="4143985" y="4488020"/>
              <a:ext cx="811200" cy="25320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B45F06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0" name="Google Shape;1700;p90"/>
            <p:cNvSpPr/>
            <p:nvPr/>
          </p:nvSpPr>
          <p:spPr>
            <a:xfrm rot="-3194570" flipH="1">
              <a:off x="4116447" y="3775786"/>
              <a:ext cx="1097882" cy="25314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B45F06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1" name="Google Shape;1701;p90"/>
            <p:cNvSpPr/>
            <p:nvPr/>
          </p:nvSpPr>
          <p:spPr>
            <a:xfrm rot="3062661" flipH="1">
              <a:off x="4116404" y="3623364"/>
              <a:ext cx="1097947" cy="253426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FF99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2" name="Google Shape;1702;p90"/>
            <p:cNvSpPr txBox="1"/>
            <p:nvPr/>
          </p:nvSpPr>
          <p:spPr>
            <a:xfrm>
              <a:off x="1305624" y="3504875"/>
              <a:ext cx="2646000" cy="738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B45F06"/>
                  </a:solidFill>
                </a:rPr>
                <a:t>transmission from humans to mosquitoes</a:t>
              </a:r>
              <a:endParaRPr sz="1800">
                <a:solidFill>
                  <a:srgbClr val="B45F06"/>
                </a:solidFill>
              </a:endParaRPr>
            </a:p>
          </p:txBody>
        </p:sp>
        <p:sp>
          <p:nvSpPr>
            <p:cNvPr id="1703" name="Google Shape;1703;p90"/>
            <p:cNvSpPr/>
            <p:nvPr/>
          </p:nvSpPr>
          <p:spPr>
            <a:xfrm flipH="1">
              <a:off x="-351779" y="4853472"/>
              <a:ext cx="811200" cy="25320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chemeClr val="accent3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4" name="Google Shape;1704;p90"/>
            <p:cNvSpPr txBox="1"/>
            <p:nvPr/>
          </p:nvSpPr>
          <p:spPr>
            <a:xfrm>
              <a:off x="-277972" y="4383775"/>
              <a:ext cx="8112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accent3"/>
                  </a:solidFill>
                </a:rPr>
                <a:t>death</a:t>
              </a:r>
              <a:endParaRPr sz="1800">
                <a:solidFill>
                  <a:schemeClr val="accent3"/>
                </a:solidFill>
              </a:endParaRPr>
            </a:p>
          </p:txBody>
        </p:sp>
        <p:sp>
          <p:nvSpPr>
            <p:cNvPr id="1705" name="Google Shape;1705;p90"/>
            <p:cNvSpPr/>
            <p:nvPr/>
          </p:nvSpPr>
          <p:spPr>
            <a:xfrm flipH="1">
              <a:off x="4144021" y="5477022"/>
              <a:ext cx="811200" cy="25320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chemeClr val="accent3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6" name="Google Shape;1706;p90"/>
            <p:cNvSpPr txBox="1"/>
            <p:nvPr/>
          </p:nvSpPr>
          <p:spPr>
            <a:xfrm>
              <a:off x="4192828" y="5781575"/>
              <a:ext cx="8112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accent3"/>
                  </a:solidFill>
                </a:rPr>
                <a:t>birth</a:t>
              </a:r>
              <a:endParaRPr sz="1800">
                <a:solidFill>
                  <a:schemeClr val="accent3"/>
                </a:solidFill>
              </a:endParaRPr>
            </a:p>
          </p:txBody>
        </p:sp>
        <p:sp>
          <p:nvSpPr>
            <p:cNvPr id="1707" name="Google Shape;1707;p90"/>
            <p:cNvSpPr/>
            <p:nvPr/>
          </p:nvSpPr>
          <p:spPr>
            <a:xfrm>
              <a:off x="2213600" y="5875025"/>
              <a:ext cx="723900" cy="368400"/>
            </a:xfrm>
            <a:prstGeom prst="curvedUpArrow">
              <a:avLst>
                <a:gd name="adj1" fmla="val 25000"/>
                <a:gd name="adj2" fmla="val 50000"/>
                <a:gd name="adj3" fmla="val 25000"/>
              </a:avLst>
            </a:prstGeom>
            <a:solidFill>
              <a:schemeClr val="accent3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8" name="Google Shape;1708;p90"/>
            <p:cNvSpPr txBox="1"/>
            <p:nvPr/>
          </p:nvSpPr>
          <p:spPr>
            <a:xfrm>
              <a:off x="2745028" y="6029225"/>
              <a:ext cx="8112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accent3"/>
                  </a:solidFill>
                </a:rPr>
                <a:t>birth</a:t>
              </a:r>
              <a:endParaRPr sz="1800">
                <a:solidFill>
                  <a:schemeClr val="accent3"/>
                </a:solidFill>
              </a:endParaRPr>
            </a:p>
          </p:txBody>
        </p:sp>
      </p:grpSp>
      <p:sp>
        <p:nvSpPr>
          <p:cNvPr id="1709" name="Google Shape;1709;p90"/>
          <p:cNvSpPr txBox="1"/>
          <p:nvPr/>
        </p:nvSpPr>
        <p:spPr>
          <a:xfrm>
            <a:off x="7780178" y="5926825"/>
            <a:ext cx="811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3"/>
                </a:solidFill>
              </a:rPr>
              <a:t>death</a:t>
            </a:r>
            <a:endParaRPr sz="1800">
              <a:solidFill>
                <a:schemeClr val="accent3"/>
              </a:solidFill>
            </a:endParaRPr>
          </a:p>
        </p:txBody>
      </p:sp>
      <p:sp>
        <p:nvSpPr>
          <p:cNvPr id="1710" name="Google Shape;1710;p90"/>
          <p:cNvSpPr/>
          <p:nvPr/>
        </p:nvSpPr>
        <p:spPr>
          <a:xfrm rot="-5400000" flipH="1">
            <a:off x="8411221" y="5981072"/>
            <a:ext cx="811200" cy="2532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1" name="Google Shape;1711;p90"/>
          <p:cNvSpPr/>
          <p:nvPr/>
        </p:nvSpPr>
        <p:spPr>
          <a:xfrm>
            <a:off x="1138675" y="4127738"/>
            <a:ext cx="1142100" cy="9054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rgbClr val="FF9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2" name="Google Shape;1712;p90"/>
          <p:cNvSpPr/>
          <p:nvPr/>
        </p:nvSpPr>
        <p:spPr>
          <a:xfrm>
            <a:off x="7730650" y="5654975"/>
            <a:ext cx="1410000" cy="9054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rgbClr val="FF9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3" name="Google Shape;1713;p90"/>
          <p:cNvSpPr/>
          <p:nvPr/>
        </p:nvSpPr>
        <p:spPr>
          <a:xfrm flipH="1">
            <a:off x="248975" y="5315100"/>
            <a:ext cx="2141700" cy="666600"/>
          </a:xfrm>
          <a:prstGeom prst="wedgeRoundRectCallout">
            <a:avLst>
              <a:gd name="adj1" fmla="val -23239"/>
              <a:gd name="adj2" fmla="val -85201"/>
              <a:gd name="adj3" fmla="val 0"/>
            </a:avLst>
          </a:prstGeom>
          <a:solidFill>
            <a:srgbClr val="FFFFFF"/>
          </a:solidFill>
          <a:ln w="9525" cap="flat" cmpd="sng">
            <a:solidFill>
              <a:srgbClr val="FF9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4" name="Google Shape;1714;p90"/>
          <p:cNvSpPr/>
          <p:nvPr/>
        </p:nvSpPr>
        <p:spPr>
          <a:xfrm flipH="1">
            <a:off x="9563100" y="5702075"/>
            <a:ext cx="2141700" cy="666600"/>
          </a:xfrm>
          <a:prstGeom prst="wedgeRoundRectCallout">
            <a:avLst>
              <a:gd name="adj1" fmla="val 72187"/>
              <a:gd name="adj2" fmla="val -6567"/>
              <a:gd name="adj3" fmla="val 0"/>
            </a:avLst>
          </a:prstGeom>
          <a:solidFill>
            <a:srgbClr val="FFFFFF"/>
          </a:solidFill>
          <a:ln w="9525" cap="flat" cmpd="sng">
            <a:solidFill>
              <a:srgbClr val="FF9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5" name="Google Shape;1715;p90"/>
          <p:cNvSpPr txBox="1"/>
          <p:nvPr/>
        </p:nvSpPr>
        <p:spPr>
          <a:xfrm>
            <a:off x="289625" y="5371350"/>
            <a:ext cx="20604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1"/>
                </a:solidFill>
              </a:rPr>
              <a:t>Vector control</a:t>
            </a:r>
            <a:endParaRPr sz="2400">
              <a:solidFill>
                <a:schemeClr val="accent1"/>
              </a:solidFill>
            </a:endParaRPr>
          </a:p>
        </p:txBody>
      </p:sp>
      <p:sp>
        <p:nvSpPr>
          <p:cNvPr id="1716" name="Google Shape;1716;p90"/>
          <p:cNvSpPr txBox="1"/>
          <p:nvPr/>
        </p:nvSpPr>
        <p:spPr>
          <a:xfrm>
            <a:off x="9603750" y="5758325"/>
            <a:ext cx="20604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1"/>
                </a:solidFill>
              </a:rPr>
              <a:t>Vector control</a:t>
            </a:r>
            <a:endParaRPr sz="2400">
              <a:solidFill>
                <a:schemeClr val="accent1"/>
              </a:solidFill>
            </a:endParaRPr>
          </a:p>
        </p:txBody>
      </p:sp>
      <p:pic>
        <p:nvPicPr>
          <p:cNvPr id="1717" name="Google Shape;1717;p90" descr="S_{H,j}&#10;%b5f71977-dd4d-46d8-a81d-ec392c870f0b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40325" y="2412250"/>
            <a:ext cx="595313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8" name="Google Shape;1718;p90" descr="I_{H,j}&#10;%6a800dbe-2664-4bc5-bf27-37a95a68c6c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140650" y="2355100"/>
            <a:ext cx="647700" cy="390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9" name="Google Shape;1719;p90" descr="I_M&#10;%704b9e55-2f44-4616-afa5-d9888b95df6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216838" y="4820700"/>
            <a:ext cx="495300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0" name="Google Shape;1720;p90" descr="S_M&#10;%3e3c3c78-0de4-43ad-b43c-79bb7115478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840338" y="4838800"/>
            <a:ext cx="495300" cy="29718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21" name="Google Shape;1721;p90"/>
          <p:cNvCxnSpPr/>
          <p:nvPr/>
        </p:nvCxnSpPr>
        <p:spPr>
          <a:xfrm>
            <a:off x="10392575" y="5584013"/>
            <a:ext cx="1066500" cy="937500"/>
          </a:xfrm>
          <a:prstGeom prst="straightConnector1">
            <a:avLst/>
          </a:prstGeom>
          <a:noFill/>
          <a:ln w="7620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22" name="Google Shape;1722;p90"/>
          <p:cNvCxnSpPr/>
          <p:nvPr/>
        </p:nvCxnSpPr>
        <p:spPr>
          <a:xfrm>
            <a:off x="716425" y="5179638"/>
            <a:ext cx="1066500" cy="937500"/>
          </a:xfrm>
          <a:prstGeom prst="straightConnector1">
            <a:avLst/>
          </a:prstGeom>
          <a:noFill/>
          <a:ln w="7620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23" name="Google Shape;1723;p90"/>
          <p:cNvSpPr txBox="1"/>
          <p:nvPr/>
        </p:nvSpPr>
        <p:spPr>
          <a:xfrm>
            <a:off x="104600" y="3034600"/>
            <a:ext cx="2060400" cy="8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j = 1 : under 5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j = 2 : over 5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24" name="Google Shape;1724;p90" descr="intv_j&#10;%ee5166ab-dac1-43da-9843-1c9da481e53d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40025" y="2355100"/>
            <a:ext cx="495300" cy="2187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" name="Google Shape;1730;p91"/>
          <p:cNvSpPr txBox="1">
            <a:spLocks noGrp="1"/>
          </p:cNvSpPr>
          <p:nvPr>
            <p:ph type="title"/>
          </p:nvPr>
        </p:nvSpPr>
        <p:spPr>
          <a:xfrm>
            <a:off x="666751" y="366185"/>
            <a:ext cx="10850100" cy="745200"/>
          </a:xfrm>
          <a:prstGeom prst="rect">
            <a:avLst/>
          </a:prstGeom>
        </p:spPr>
        <p:txBody>
          <a:bodyPr spcFirstLastPara="1" wrap="square" lIns="0" tIns="60925" rIns="121900" bIns="60925" anchor="ctr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Practical 10</a:t>
            </a:r>
            <a:endParaRPr/>
          </a:p>
        </p:txBody>
      </p:sp>
      <p:sp>
        <p:nvSpPr>
          <p:cNvPr id="1731" name="Google Shape;1731;p91"/>
          <p:cNvSpPr txBox="1">
            <a:spLocks noGrp="1"/>
          </p:cNvSpPr>
          <p:nvPr>
            <p:ph type="body" idx="1"/>
          </p:nvPr>
        </p:nvSpPr>
        <p:spPr>
          <a:xfrm>
            <a:off x="107950" y="1685875"/>
            <a:ext cx="11996700" cy="2226000"/>
          </a:xfrm>
          <a:prstGeom prst="rect">
            <a:avLst/>
          </a:prstGeom>
        </p:spPr>
        <p:txBody>
          <a:bodyPr spcFirstLastPara="1" wrap="square" lIns="0" tIns="60925" rIns="121900" bIns="609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We want to run and </a:t>
            </a:r>
            <a:r>
              <a:rPr lang="en-US" b="1"/>
              <a:t>compare </a:t>
            </a:r>
            <a:r>
              <a:rPr lang="en-US"/>
              <a:t>two simulations in R:</a:t>
            </a:r>
            <a:endParaRPr/>
          </a:p>
          <a:p>
            <a:pPr marL="457200" lvl="0" indent="-381000" algn="l" rtl="0">
              <a:spcBef>
                <a:spcPts val="800"/>
              </a:spcBef>
              <a:spcAft>
                <a:spcPts val="0"/>
              </a:spcAft>
              <a:buSzPts val="2400"/>
              <a:buChar char="●"/>
            </a:pPr>
            <a:r>
              <a:rPr lang="en-US"/>
              <a:t>simulation 1 as in the slides</a:t>
            </a:r>
            <a:endParaRPr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/>
              <a:t>simulation 2 starts from simulation 1, but adds an intervention that would control as an 20% increase in the default mosquito mortality rate               , all other parameters are kept the same </a:t>
            </a:r>
            <a:endParaRPr/>
          </a:p>
          <a:p>
            <a:pPr marL="457200" lvl="0" indent="-425450" algn="l" rtl="0">
              <a:spcBef>
                <a:spcPts val="0"/>
              </a:spcBef>
              <a:spcAft>
                <a:spcPts val="0"/>
              </a:spcAft>
              <a:buSzPts val="3100"/>
              <a:buChar char="●"/>
            </a:pPr>
            <a:r>
              <a:rPr lang="en-US" b="1"/>
              <a:t>compare </a:t>
            </a:r>
            <a:r>
              <a:rPr lang="en-US"/>
              <a:t>the endemic equilibrium of infected hosts between simulation 1 &amp; 2</a:t>
            </a:r>
            <a:endParaRPr/>
          </a:p>
        </p:txBody>
      </p:sp>
      <p:sp>
        <p:nvSpPr>
          <p:cNvPr id="1732" name="Google Shape;1732;p91"/>
          <p:cNvSpPr txBox="1">
            <a:spLocks noGrp="1"/>
          </p:cNvSpPr>
          <p:nvPr>
            <p:ph type="body" idx="2"/>
          </p:nvPr>
        </p:nvSpPr>
        <p:spPr>
          <a:xfrm>
            <a:off x="666749" y="1068330"/>
            <a:ext cx="10850100" cy="432000"/>
          </a:xfrm>
          <a:prstGeom prst="rect">
            <a:avLst/>
          </a:prstGeom>
        </p:spPr>
        <p:txBody>
          <a:bodyPr spcFirstLastPara="1" wrap="square" lIns="0" tIns="60925" rIns="121900" bIns="60925" anchor="t" anchorCtr="0">
            <a:noAutofit/>
          </a:bodyPr>
          <a:lstStyle/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/>
              <a:t>SIS-SI host-vector model with vector control</a:t>
            </a:r>
            <a:endParaRPr/>
          </a:p>
        </p:txBody>
      </p:sp>
      <p:pic>
        <p:nvPicPr>
          <p:cNvPr id="1733" name="Google Shape;1733;p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73047" y="147428"/>
            <a:ext cx="1243800" cy="9639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4" name="Google Shape;1734;p91" descr="\delta=\tfrac{1}{10}&#10;%a3ddc23c-b6aa-42c5-b69d-cd8b86fd34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736023" y="2445763"/>
            <a:ext cx="1030154" cy="43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" name="Google Shape;1740;p92"/>
          <p:cNvSpPr txBox="1">
            <a:spLocks noGrp="1"/>
          </p:cNvSpPr>
          <p:nvPr>
            <p:ph type="title"/>
          </p:nvPr>
        </p:nvSpPr>
        <p:spPr>
          <a:xfrm>
            <a:off x="666751" y="366185"/>
            <a:ext cx="10850100" cy="745200"/>
          </a:xfrm>
          <a:prstGeom prst="rect">
            <a:avLst/>
          </a:prstGeom>
        </p:spPr>
        <p:txBody>
          <a:bodyPr spcFirstLastPara="1" wrap="square" lIns="0" tIns="60925" rIns="121900" bIns="60925" anchor="ctr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SIS-SI</a:t>
            </a:r>
            <a:endParaRPr/>
          </a:p>
        </p:txBody>
      </p:sp>
      <p:sp>
        <p:nvSpPr>
          <p:cNvPr id="1741" name="Google Shape;1741;p92"/>
          <p:cNvSpPr txBox="1">
            <a:spLocks noGrp="1"/>
          </p:cNvSpPr>
          <p:nvPr>
            <p:ph type="body" idx="1"/>
          </p:nvPr>
        </p:nvSpPr>
        <p:spPr>
          <a:xfrm>
            <a:off x="666751" y="1762064"/>
            <a:ext cx="10850100" cy="3884400"/>
          </a:xfrm>
          <a:prstGeom prst="rect">
            <a:avLst/>
          </a:prstGeom>
        </p:spPr>
        <p:txBody>
          <a:bodyPr spcFirstLastPara="1" wrap="square" lIns="0" tIns="60925" rIns="121900" bIns="609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info on how to build sis-si</a:t>
            </a:r>
            <a:endParaRPr/>
          </a:p>
          <a:p>
            <a:pPr marL="457200" lvl="0" indent="-425450" algn="l" rtl="0">
              <a:spcBef>
                <a:spcPts val="800"/>
              </a:spcBef>
              <a:spcAft>
                <a:spcPts val="0"/>
              </a:spcAft>
              <a:buSzPts val="3100"/>
              <a:buChar char="-"/>
            </a:pPr>
            <a:r>
              <a:rPr lang="en-US"/>
              <a:t>parameters</a:t>
            </a: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-US"/>
              <a:t>task 1. implement vector (decrease susceptible and infected mosquitoes)</a:t>
            </a: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-US"/>
              <a:t>task 2. implement mass drug administration</a:t>
            </a: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-US"/>
              <a:t>task 3. both 1 and 2</a:t>
            </a:r>
            <a:endParaRPr/>
          </a:p>
          <a:p>
            <a:pPr marL="0" lvl="0" indent="0" algn="l" rtl="0">
              <a:spcBef>
                <a:spcPts val="800"/>
              </a:spcBef>
              <a:spcAft>
                <a:spcPts val="800"/>
              </a:spcAft>
              <a:buNone/>
            </a:pPr>
            <a:endParaRPr/>
          </a:p>
        </p:txBody>
      </p:sp>
      <p:sp>
        <p:nvSpPr>
          <p:cNvPr id="1742" name="Google Shape;1742;p92"/>
          <p:cNvSpPr txBox="1">
            <a:spLocks noGrp="1"/>
          </p:cNvSpPr>
          <p:nvPr>
            <p:ph type="body" idx="2"/>
          </p:nvPr>
        </p:nvSpPr>
        <p:spPr>
          <a:xfrm>
            <a:off x="666749" y="1220755"/>
            <a:ext cx="10850100" cy="432000"/>
          </a:xfrm>
          <a:prstGeom prst="rect">
            <a:avLst/>
          </a:prstGeom>
        </p:spPr>
        <p:txBody>
          <a:bodyPr spcFirstLastPara="1" wrap="square" lIns="0" tIns="60925" rIns="121900" bIns="60925" anchor="t" anchorCtr="0">
            <a:noAutofit/>
          </a:bodyPr>
          <a:lstStyle/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8" name="Google Shape;1748;p93"/>
          <p:cNvSpPr txBox="1">
            <a:spLocks noGrp="1"/>
          </p:cNvSpPr>
          <p:nvPr>
            <p:ph type="title"/>
          </p:nvPr>
        </p:nvSpPr>
        <p:spPr>
          <a:xfrm>
            <a:off x="666751" y="366185"/>
            <a:ext cx="10850100" cy="745200"/>
          </a:xfrm>
          <a:prstGeom prst="rect">
            <a:avLst/>
          </a:prstGeom>
        </p:spPr>
        <p:txBody>
          <a:bodyPr spcFirstLastPara="1" wrap="square" lIns="0" tIns="60925" rIns="121900" bIns="60925" anchor="ctr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Scenario analysis</a:t>
            </a:r>
            <a:endParaRPr/>
          </a:p>
        </p:txBody>
      </p:sp>
      <p:sp>
        <p:nvSpPr>
          <p:cNvPr id="1749" name="Google Shape;1749;p93"/>
          <p:cNvSpPr txBox="1">
            <a:spLocks noGrp="1"/>
          </p:cNvSpPr>
          <p:nvPr>
            <p:ph type="body" idx="1"/>
          </p:nvPr>
        </p:nvSpPr>
        <p:spPr>
          <a:xfrm>
            <a:off x="666751" y="1762064"/>
            <a:ext cx="10850100" cy="3884400"/>
          </a:xfrm>
          <a:prstGeom prst="rect">
            <a:avLst/>
          </a:prstGeom>
        </p:spPr>
        <p:txBody>
          <a:bodyPr spcFirstLastPara="1" wrap="square" lIns="0" tIns="60925" rIns="121900" bIns="609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tutorial 1</a:t>
            </a:r>
            <a:endParaRPr/>
          </a:p>
          <a:p>
            <a:pPr marL="457200" lvl="0" indent="-381000" algn="l" rtl="0">
              <a:spcBef>
                <a:spcPts val="800"/>
              </a:spcBef>
              <a:spcAft>
                <a:spcPts val="0"/>
              </a:spcAft>
              <a:buSzPts val="2400"/>
              <a:buChar char="-"/>
            </a:pPr>
            <a:r>
              <a:rPr lang="en-US"/>
              <a:t>scenario 3 (combination)</a:t>
            </a:r>
            <a:endParaRPr/>
          </a:p>
          <a:p>
            <a:pPr marL="457200" lvl="0" indent="-425450" algn="l" rtl="0">
              <a:spcBef>
                <a:spcPts val="0"/>
              </a:spcBef>
              <a:spcAft>
                <a:spcPts val="0"/>
              </a:spcAft>
              <a:buSzPts val="3100"/>
              <a:buChar char="-"/>
            </a:pPr>
            <a:r>
              <a:rPr lang="en-US"/>
              <a:t>cases averted</a:t>
            </a:r>
            <a:endParaRPr/>
          </a:p>
          <a:p>
            <a:pPr marL="457200" lvl="0" indent="-425450" algn="l" rtl="0">
              <a:spcBef>
                <a:spcPts val="0"/>
              </a:spcBef>
              <a:spcAft>
                <a:spcPts val="0"/>
              </a:spcAft>
              <a:buSzPts val="3100"/>
              <a:buChar char="-"/>
            </a:pPr>
            <a:r>
              <a:rPr lang="en-US"/>
              <a:t>which scenario would you recommend?</a:t>
            </a:r>
            <a:endParaRPr/>
          </a:p>
          <a:p>
            <a:pPr marL="91440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/>
          </a:p>
          <a:p>
            <a:pPr marL="91440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750" name="Google Shape;1750;p93"/>
          <p:cNvSpPr txBox="1">
            <a:spLocks noGrp="1"/>
          </p:cNvSpPr>
          <p:nvPr>
            <p:ph type="body" idx="2"/>
          </p:nvPr>
        </p:nvSpPr>
        <p:spPr>
          <a:xfrm>
            <a:off x="666749" y="1220755"/>
            <a:ext cx="10850100" cy="432000"/>
          </a:xfrm>
          <a:prstGeom prst="rect">
            <a:avLst/>
          </a:prstGeom>
        </p:spPr>
        <p:txBody>
          <a:bodyPr spcFirstLastPara="1" wrap="square" lIns="0" tIns="60925" rIns="121900" bIns="60925" anchor="t" anchorCtr="0">
            <a:noAutofit/>
          </a:bodyPr>
          <a:lstStyle/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E2F3"/>
        </a:solidFill>
        <a:effectLst/>
      </p:bgPr>
    </p:bg>
    <p:spTree>
      <p:nvGrpSpPr>
        <p:cNvPr id="1" name="Shape 1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55" name="Google Shape;1755;p94"/>
          <p:cNvGrpSpPr/>
          <p:nvPr/>
        </p:nvGrpSpPr>
        <p:grpSpPr>
          <a:xfrm>
            <a:off x="0" y="382633"/>
            <a:ext cx="4501249" cy="436800"/>
            <a:chOff x="23676" y="510670"/>
            <a:chExt cx="4501249" cy="436800"/>
          </a:xfrm>
        </p:grpSpPr>
        <p:sp>
          <p:nvSpPr>
            <p:cNvPr id="1756" name="Google Shape;1756;p94"/>
            <p:cNvSpPr/>
            <p:nvPr/>
          </p:nvSpPr>
          <p:spPr>
            <a:xfrm>
              <a:off x="3773425" y="510670"/>
              <a:ext cx="751500" cy="436800"/>
            </a:xfrm>
            <a:prstGeom prst="flowChartDelay">
              <a:avLst/>
            </a:prstGeom>
            <a:solidFill>
              <a:srgbClr val="468AB2"/>
            </a:solidFill>
            <a:ln>
              <a:noFill/>
            </a:ln>
          </p:spPr>
          <p:txBody>
            <a:bodyPr spcFirstLastPara="1" wrap="square" lIns="121900" tIns="60925" rIns="121900" bIns="60925" anchor="ctr" anchorCtr="0">
              <a:noAutofit/>
            </a:bodyPr>
            <a:lstStyle/>
            <a:p>
              <a:pPr marL="0" marR="0" lvl="0" indent="0" algn="ct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7" name="Google Shape;1757;p94"/>
            <p:cNvSpPr/>
            <p:nvPr/>
          </p:nvSpPr>
          <p:spPr>
            <a:xfrm>
              <a:off x="23676" y="510670"/>
              <a:ext cx="3749700" cy="436800"/>
            </a:xfrm>
            <a:prstGeom prst="rect">
              <a:avLst/>
            </a:prstGeom>
            <a:solidFill>
              <a:srgbClr val="468AB2"/>
            </a:solidFill>
            <a:ln>
              <a:noFill/>
            </a:ln>
          </p:spPr>
          <p:txBody>
            <a:bodyPr spcFirstLastPara="1" wrap="square" lIns="121900" tIns="60925" rIns="121900" bIns="60925" anchor="ctr" anchorCtr="0">
              <a:noAutofit/>
            </a:bodyPr>
            <a:lstStyle/>
            <a:p>
              <a:pPr marL="0" marR="0" lvl="0" indent="0" algn="ct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58" name="Google Shape;1758;p94"/>
          <p:cNvSpPr txBox="1"/>
          <p:nvPr/>
        </p:nvSpPr>
        <p:spPr>
          <a:xfrm>
            <a:off x="666751" y="68627"/>
            <a:ext cx="5237100" cy="7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121900" bIns="60925" anchor="t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00">
              <a:solidFill>
                <a:srgbClr val="B5C75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59" name="Google Shape;1759;p94"/>
          <p:cNvPicPr preferRelativeResize="0"/>
          <p:nvPr/>
        </p:nvPicPr>
        <p:blipFill rotWithShape="1">
          <a:blip r:embed="rId3">
            <a:alphaModFix/>
          </a:blip>
          <a:srcRect b="52283"/>
          <a:stretch/>
        </p:blipFill>
        <p:spPr>
          <a:xfrm>
            <a:off x="131361" y="6222211"/>
            <a:ext cx="1904118" cy="4668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0" name="Google Shape;1760;p94"/>
          <p:cNvSpPr/>
          <p:nvPr/>
        </p:nvSpPr>
        <p:spPr>
          <a:xfrm>
            <a:off x="378691" y="2309091"/>
            <a:ext cx="3454500" cy="19992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marR="0" lvl="0" indent="0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1" name="Google Shape;1761;p94"/>
          <p:cNvSpPr txBox="1"/>
          <p:nvPr/>
        </p:nvSpPr>
        <p:spPr>
          <a:xfrm>
            <a:off x="6335480" y="482825"/>
            <a:ext cx="5130900" cy="37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spAutoFit/>
          </a:bodyPr>
          <a:lstStyle/>
          <a:p>
            <a:pPr marL="60960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900"/>
          </a:p>
          <a:p>
            <a:pPr marL="609600" marR="0" lvl="0" indent="-43815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2100"/>
              <a:buFont typeface="Century Gothic"/>
              <a:buChar char="●"/>
            </a:pPr>
            <a:r>
              <a:rPr lang="en-US" sz="2100">
                <a:latin typeface="Century Gothic"/>
                <a:ea typeface="Century Gothic"/>
                <a:cs typeface="Century Gothic"/>
                <a:sym typeface="Century Gothic"/>
              </a:rPr>
              <a:t>Christian Selinger</a:t>
            </a:r>
            <a:endParaRPr sz="1900"/>
          </a:p>
          <a:p>
            <a:pPr marL="609600" marR="0" lvl="0" indent="-43815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2100"/>
              <a:buFont typeface="Century Gothic"/>
              <a:buChar char="●"/>
            </a:pPr>
            <a:r>
              <a:rPr lang="en-US" sz="2100">
                <a:latin typeface="Century Gothic"/>
                <a:ea typeface="Century Gothic"/>
                <a:cs typeface="Century Gothic"/>
                <a:sym typeface="Century Gothic"/>
              </a:rPr>
              <a:t>Emilie Pothin</a:t>
            </a:r>
            <a:endParaRPr sz="21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609600" marR="0" lvl="0" indent="-43815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2100"/>
              <a:buFont typeface="Century Gothic"/>
              <a:buChar char="●"/>
            </a:pPr>
            <a:r>
              <a:rPr lang="en-US" sz="2100">
                <a:latin typeface="Century Gothic"/>
                <a:ea typeface="Century Gothic"/>
                <a:cs typeface="Century Gothic"/>
                <a:sym typeface="Century Gothic"/>
              </a:rPr>
              <a:t>Cameline Orlendo</a:t>
            </a:r>
            <a:endParaRPr sz="21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609600" marR="0" lvl="0" indent="-43815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2100"/>
              <a:buFont typeface="Century Gothic"/>
              <a:buChar char="●"/>
            </a:pPr>
            <a:r>
              <a:rPr lang="en-US" sz="2100">
                <a:latin typeface="Century Gothic"/>
                <a:ea typeface="Century Gothic"/>
                <a:cs typeface="Century Gothic"/>
                <a:sym typeface="Century Gothic"/>
              </a:rPr>
              <a:t>Zenabu Suboi</a:t>
            </a:r>
            <a:endParaRPr sz="21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609600" marR="0" lvl="0" indent="-43815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2100"/>
              <a:buFont typeface="Century Gothic"/>
              <a:buChar char="●"/>
            </a:pPr>
            <a:r>
              <a:rPr lang="en-US" sz="2100">
                <a:latin typeface="Century Gothic"/>
                <a:ea typeface="Century Gothic"/>
                <a:cs typeface="Century Gothic"/>
                <a:sym typeface="Century Gothic"/>
              </a:rPr>
              <a:t>Geoffrey Githinji</a:t>
            </a:r>
            <a:endParaRPr sz="21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342900" marR="0" lvl="0" indent="-20320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None/>
            </a:pPr>
            <a:endParaRPr sz="21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342900" marR="0" lvl="0" indent="-20320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None/>
            </a:pPr>
            <a:endParaRPr sz="21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292100" marR="0" lvl="0" indent="-15240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None/>
            </a:pPr>
            <a:endParaRPr sz="21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292100" marR="0" lvl="0" indent="-15240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None/>
            </a:pPr>
            <a:endParaRPr sz="21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100" b="1" u="sng"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1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762" name="Google Shape;1762;p94"/>
          <p:cNvPicPr preferRelativeResize="0"/>
          <p:nvPr/>
        </p:nvPicPr>
        <p:blipFill rotWithShape="1">
          <a:blip r:embed="rId4">
            <a:alphaModFix/>
          </a:blip>
          <a:srcRect b="52799"/>
          <a:stretch/>
        </p:blipFill>
        <p:spPr>
          <a:xfrm>
            <a:off x="1443580" y="1722953"/>
            <a:ext cx="2336803" cy="638495"/>
          </a:xfrm>
          <a:prstGeom prst="rect">
            <a:avLst/>
          </a:prstGeom>
          <a:noFill/>
          <a:ln>
            <a:noFill/>
          </a:ln>
        </p:spPr>
      </p:pic>
      <p:sp>
        <p:nvSpPr>
          <p:cNvPr id="1763" name="Google Shape;1763;p94"/>
          <p:cNvSpPr txBox="1"/>
          <p:nvPr/>
        </p:nvSpPr>
        <p:spPr>
          <a:xfrm>
            <a:off x="365052" y="382633"/>
            <a:ext cx="10850100" cy="7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entury Gothic"/>
              <a:buNone/>
            </a:pPr>
            <a:r>
              <a:rPr lang="en-US" sz="2000" b="1" i="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Acknowledgements</a:t>
            </a:r>
            <a:endParaRPr sz="1900"/>
          </a:p>
        </p:txBody>
      </p:sp>
      <p:sp>
        <p:nvSpPr>
          <p:cNvPr id="1764" name="Google Shape;1764;p94"/>
          <p:cNvSpPr txBox="1"/>
          <p:nvPr/>
        </p:nvSpPr>
        <p:spPr>
          <a:xfrm>
            <a:off x="666751" y="4823725"/>
            <a:ext cx="5184300" cy="37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u="sng">
                <a:solidFill>
                  <a:srgbClr val="468AB2"/>
                </a:solidFill>
                <a:latin typeface="Century Gothic"/>
                <a:ea typeface="Century Gothic"/>
                <a:cs typeface="Century Gothic"/>
                <a:sym typeface="Century Gothic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billy.bauzile@swisstph.ch</a:t>
            </a:r>
            <a:r>
              <a:rPr lang="en-US" sz="2100">
                <a:solidFill>
                  <a:srgbClr val="468AB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endParaRPr sz="2100">
              <a:solidFill>
                <a:srgbClr val="468AB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765" name="Google Shape;1765;p9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062452" y="6248548"/>
            <a:ext cx="493916" cy="4939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6" name="Google Shape;1766;p9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061001" y="6348573"/>
            <a:ext cx="954107" cy="2469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Swiss TPH">
      <a:dk1>
        <a:srgbClr val="000000"/>
      </a:dk1>
      <a:lt1>
        <a:srgbClr val="EFEFF0"/>
      </a:lt1>
      <a:dk2>
        <a:srgbClr val="BABCBE"/>
      </a:dk2>
      <a:lt2>
        <a:srgbClr val="717073"/>
      </a:lt2>
      <a:accent1>
        <a:srgbClr val="222222"/>
      </a:accent1>
      <a:accent2>
        <a:srgbClr val="BF3227"/>
      </a:accent2>
      <a:accent3>
        <a:srgbClr val="468AB2"/>
      </a:accent3>
      <a:accent4>
        <a:srgbClr val="EDCD64"/>
      </a:accent4>
      <a:accent5>
        <a:srgbClr val="B5C751"/>
      </a:accent5>
      <a:accent6>
        <a:srgbClr val="868686"/>
      </a:accent6>
      <a:hlink>
        <a:srgbClr val="00344B"/>
      </a:hlink>
      <a:folHlink>
        <a:srgbClr val="7FB9C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3037</Words>
  <Application>Microsoft Office PowerPoint</Application>
  <PresentationFormat>Widescreen</PresentationFormat>
  <Paragraphs>643</Paragraphs>
  <Slides>51</Slides>
  <Notes>51</Notes>
  <HiddenSlides>17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7" baseType="lpstr">
      <vt:lpstr>Arial</vt:lpstr>
      <vt:lpstr>Calibri</vt:lpstr>
      <vt:lpstr>Trebuchet MS</vt:lpstr>
      <vt:lpstr>Century Gothic</vt:lpstr>
      <vt:lpstr>NTR</vt:lpstr>
      <vt:lpstr>Custom Design</vt:lpstr>
      <vt:lpstr>PowerPoint Presentation</vt:lpstr>
      <vt:lpstr>PowerPoint Presentation</vt:lpstr>
      <vt:lpstr> Basic concepts of Malaria Modeling: transmission cycle </vt:lpstr>
      <vt:lpstr>Models help us understand complex interactions that are difficult to study in real-world settings.</vt:lpstr>
      <vt:lpstr>Models help us generalize behaviors of a system beyond the few instances that we can measure</vt:lpstr>
      <vt:lpstr>PowerPoint Presentation</vt:lpstr>
      <vt:lpstr>The R0: is the …..</vt:lpstr>
      <vt:lpstr>R0 estimates </vt:lpstr>
      <vt:lpstr>PowerPoint Presentation</vt:lpstr>
      <vt:lpstr>Assumptions</vt:lpstr>
      <vt:lpstr>PowerPoint Presentation</vt:lpstr>
      <vt:lpstr>Mathematical modeling</vt:lpstr>
      <vt:lpstr>SIS-SI model</vt:lpstr>
      <vt:lpstr>Assumptions</vt:lpstr>
      <vt:lpstr>PowerPoint Presentation</vt:lpstr>
      <vt:lpstr>PowerPoint Presentation</vt:lpstr>
      <vt:lpstr>Intervention modelling</vt:lpstr>
      <vt:lpstr>Malaria transmission is determined by multiple factors  (drivers of transmission)</vt:lpstr>
      <vt:lpstr>Malaria transmission is determined by multiple factors  (drivers of transmission)</vt:lpstr>
      <vt:lpstr>Why do mosquitoes bites us?</vt:lpstr>
      <vt:lpstr>Malaria transmission dynamic</vt:lpstr>
      <vt:lpstr>Why adding age-structure important?</vt:lpstr>
      <vt:lpstr>Age-structure model: two approaches</vt:lpstr>
      <vt:lpstr>SITS modeling</vt:lpstr>
      <vt:lpstr>SITS modeling</vt:lpstr>
      <vt:lpstr>It’s coding time!!!</vt:lpstr>
      <vt:lpstr>Assumptions</vt:lpstr>
      <vt:lpstr>PowerPoint Presentation</vt:lpstr>
      <vt:lpstr>Scenario analysis</vt:lpstr>
      <vt:lpstr>Scenario analysis</vt:lpstr>
      <vt:lpstr>Scenario analysis</vt:lpstr>
      <vt:lpstr>Scenario analysis</vt:lpstr>
      <vt:lpstr>PowerPoint Presentation</vt:lpstr>
      <vt:lpstr>PowerPoint Presentation</vt:lpstr>
      <vt:lpstr>SIS-SI model</vt:lpstr>
      <vt:lpstr>Tutorial</vt:lpstr>
      <vt:lpstr>SIS-SI model - Tutorial</vt:lpstr>
      <vt:lpstr>SIS-SI model - Tutorial</vt:lpstr>
      <vt:lpstr>SIS-SI model - Tutorial</vt:lpstr>
      <vt:lpstr>Age-structured modeling</vt:lpstr>
      <vt:lpstr>Malaria transmission model with vector control</vt:lpstr>
      <vt:lpstr>Age-structured modeling</vt:lpstr>
      <vt:lpstr>Equation of the model</vt:lpstr>
      <vt:lpstr>Equation of the model</vt:lpstr>
      <vt:lpstr>Mosquito population dynamic</vt:lpstr>
      <vt:lpstr>Malaria transmission: age structure</vt:lpstr>
      <vt:lpstr>Malaria transmission model with treatment intervention</vt:lpstr>
      <vt:lpstr>Practical 10</vt:lpstr>
      <vt:lpstr>SIS-SI</vt:lpstr>
      <vt:lpstr>Scenario analysis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Cameline Orlendo</dc:creator>
  <cp:lastModifiedBy>Cameline Orlendo</cp:lastModifiedBy>
  <cp:revision>1</cp:revision>
  <dcterms:modified xsi:type="dcterms:W3CDTF">2025-08-22T06:38:41Z</dcterms:modified>
</cp:coreProperties>
</file>